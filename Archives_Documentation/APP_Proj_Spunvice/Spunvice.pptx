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/>
    <p:restoredTop sz="94655"/>
  </p:normalViewPr>
  <p:slideViewPr>
    <p:cSldViewPr snapToGrid="0">
      <p:cViewPr varScale="1">
        <p:scale>
          <a:sx n="144" d="100"/>
          <a:sy n="144" d="100"/>
        </p:scale>
        <p:origin x="2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mysql.com/doc/" TargetMode="External"/><Relationship Id="rId1" Type="http://schemas.openxmlformats.org/officeDocument/2006/relationships/hyperlink" Target="https://docs.oracle.com/javase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mysql.com/doc/" TargetMode="External"/><Relationship Id="rId1" Type="http://schemas.openxmlformats.org/officeDocument/2006/relationships/hyperlink" Target="https://docs.oracle.com/javase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A83D18-0626-4BD3-A2F1-3E075BE624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33813B3-095F-4837-9E8B-46A5DE78CB9D}">
      <dgm:prSet/>
      <dgm:spPr/>
      <dgm:t>
        <a:bodyPr/>
        <a:lstStyle/>
        <a:p>
          <a:r>
            <a:rPr lang="en-US" i="1" dirty="0"/>
            <a:t>Spunvice</a:t>
          </a:r>
          <a:r>
            <a:rPr lang="en-US" dirty="0"/>
            <a:t> is a </a:t>
          </a:r>
          <a:r>
            <a:rPr lang="en-US" b="1" dirty="0"/>
            <a:t>cross-platform application store</a:t>
          </a:r>
          <a:r>
            <a:rPr lang="en-US" dirty="0"/>
            <a:t> designed to work seamlessly across operating systems.</a:t>
          </a:r>
        </a:p>
      </dgm:t>
    </dgm:pt>
    <dgm:pt modelId="{7E6E18B8-A66B-4EC1-8477-56402277BCE9}" type="parTrans" cxnId="{643707DF-3FF1-49D3-8A92-717A249CB66C}">
      <dgm:prSet/>
      <dgm:spPr/>
      <dgm:t>
        <a:bodyPr/>
        <a:lstStyle/>
        <a:p>
          <a:endParaRPr lang="en-US"/>
        </a:p>
      </dgm:t>
    </dgm:pt>
    <dgm:pt modelId="{796A9494-5605-4814-962A-113DE024D002}" type="sibTrans" cxnId="{643707DF-3FF1-49D3-8A92-717A249CB66C}">
      <dgm:prSet/>
      <dgm:spPr/>
      <dgm:t>
        <a:bodyPr/>
        <a:lstStyle/>
        <a:p>
          <a:endParaRPr lang="en-US"/>
        </a:p>
      </dgm:t>
    </dgm:pt>
    <dgm:pt modelId="{9445C76C-CA98-4D1E-9C83-A58FE74FF310}">
      <dgm:prSet/>
      <dgm:spPr/>
      <dgm:t>
        <a:bodyPr/>
        <a:lstStyle/>
        <a:p>
          <a:r>
            <a:rPr lang="en-US"/>
            <a:t>Implemented using </a:t>
          </a:r>
          <a:r>
            <a:rPr lang="en-US" b="1"/>
            <a:t>Java</a:t>
          </a:r>
          <a:r>
            <a:rPr lang="en-US"/>
            <a:t> for portability, scalability, and cross-platform support.</a:t>
          </a:r>
        </a:p>
      </dgm:t>
    </dgm:pt>
    <dgm:pt modelId="{0CA4FD07-B2AD-4C91-8AAE-6573BDAD0C99}" type="parTrans" cxnId="{1519CD63-D4D7-4EF8-84BD-72A84DE2AD41}">
      <dgm:prSet/>
      <dgm:spPr/>
      <dgm:t>
        <a:bodyPr/>
        <a:lstStyle/>
        <a:p>
          <a:endParaRPr lang="en-US"/>
        </a:p>
      </dgm:t>
    </dgm:pt>
    <dgm:pt modelId="{DC6FBAD8-68FE-4455-B2D4-534358A6F2DF}" type="sibTrans" cxnId="{1519CD63-D4D7-4EF8-84BD-72A84DE2AD41}">
      <dgm:prSet/>
      <dgm:spPr/>
      <dgm:t>
        <a:bodyPr/>
        <a:lstStyle/>
        <a:p>
          <a:endParaRPr lang="en-US"/>
        </a:p>
      </dgm:t>
    </dgm:pt>
    <dgm:pt modelId="{30442CA9-D1F6-49B3-9194-0347A16DE1FE}">
      <dgm:prSet/>
      <dgm:spPr/>
      <dgm:t>
        <a:bodyPr/>
        <a:lstStyle/>
        <a:p>
          <a:r>
            <a:rPr lang="en-US"/>
            <a:t>Aims to eliminate OS-specific restrictions in app distribution.</a:t>
          </a:r>
        </a:p>
      </dgm:t>
    </dgm:pt>
    <dgm:pt modelId="{6019CE85-73D8-4680-825B-C35D49EDBF86}" type="parTrans" cxnId="{886356F6-B395-4F97-9B51-E83D5147BD34}">
      <dgm:prSet/>
      <dgm:spPr/>
      <dgm:t>
        <a:bodyPr/>
        <a:lstStyle/>
        <a:p>
          <a:endParaRPr lang="en-US"/>
        </a:p>
      </dgm:t>
    </dgm:pt>
    <dgm:pt modelId="{99D9C6DE-186F-49BE-A65F-E8F444F1C37C}" type="sibTrans" cxnId="{886356F6-B395-4F97-9B51-E83D5147BD34}">
      <dgm:prSet/>
      <dgm:spPr/>
      <dgm:t>
        <a:bodyPr/>
        <a:lstStyle/>
        <a:p>
          <a:endParaRPr lang="en-US"/>
        </a:p>
      </dgm:t>
    </dgm:pt>
    <dgm:pt modelId="{0DEAC22D-E5BE-431F-92D7-DBA91941F2A8}" type="pres">
      <dgm:prSet presAssocID="{33A83D18-0626-4BD3-A2F1-3E075BE62411}" presName="root" presStyleCnt="0">
        <dgm:presLayoutVars>
          <dgm:dir/>
          <dgm:resizeHandles val="exact"/>
        </dgm:presLayoutVars>
      </dgm:prSet>
      <dgm:spPr/>
    </dgm:pt>
    <dgm:pt modelId="{87735CB3-37C1-4A71-BDC3-F753C10B1C11}" type="pres">
      <dgm:prSet presAssocID="{C33813B3-095F-4837-9E8B-46A5DE78CB9D}" presName="compNode" presStyleCnt="0"/>
      <dgm:spPr/>
    </dgm:pt>
    <dgm:pt modelId="{3F045D07-055E-4B24-A2A5-CF28B456A944}" type="pres">
      <dgm:prSet presAssocID="{C33813B3-095F-4837-9E8B-46A5DE78CB9D}" presName="bgRect" presStyleLbl="bgShp" presStyleIdx="0" presStyleCnt="3"/>
      <dgm:spPr/>
    </dgm:pt>
    <dgm:pt modelId="{B441EFCC-1BFC-4002-BF67-CF0A3F5B330D}" type="pres">
      <dgm:prSet presAssocID="{C33813B3-095F-4837-9E8B-46A5DE78CB9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43EF9909-EDBE-4318-9B9C-C71AC91DC843}" type="pres">
      <dgm:prSet presAssocID="{C33813B3-095F-4837-9E8B-46A5DE78CB9D}" presName="spaceRect" presStyleCnt="0"/>
      <dgm:spPr/>
    </dgm:pt>
    <dgm:pt modelId="{0360798B-FEAD-4720-8059-074FB00B734C}" type="pres">
      <dgm:prSet presAssocID="{C33813B3-095F-4837-9E8B-46A5DE78CB9D}" presName="parTx" presStyleLbl="revTx" presStyleIdx="0" presStyleCnt="3">
        <dgm:presLayoutVars>
          <dgm:chMax val="0"/>
          <dgm:chPref val="0"/>
        </dgm:presLayoutVars>
      </dgm:prSet>
      <dgm:spPr/>
    </dgm:pt>
    <dgm:pt modelId="{56788658-37C6-45B7-A305-E6484127567C}" type="pres">
      <dgm:prSet presAssocID="{796A9494-5605-4814-962A-113DE024D002}" presName="sibTrans" presStyleCnt="0"/>
      <dgm:spPr/>
    </dgm:pt>
    <dgm:pt modelId="{4951FCD2-E578-468C-93E5-68B03EC1EBDD}" type="pres">
      <dgm:prSet presAssocID="{9445C76C-CA98-4D1E-9C83-A58FE74FF310}" presName="compNode" presStyleCnt="0"/>
      <dgm:spPr/>
    </dgm:pt>
    <dgm:pt modelId="{D21AED2D-54DD-4CE6-9342-7C7A80B2114B}" type="pres">
      <dgm:prSet presAssocID="{9445C76C-CA98-4D1E-9C83-A58FE74FF310}" presName="bgRect" presStyleLbl="bgShp" presStyleIdx="1" presStyleCnt="3"/>
      <dgm:spPr/>
    </dgm:pt>
    <dgm:pt modelId="{356487AD-3CDE-40CB-837F-AB538AF84953}" type="pres">
      <dgm:prSet presAssocID="{9445C76C-CA98-4D1E-9C83-A58FE74FF31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49E1DBA-FBDD-4525-9D77-630FD0C401E7}" type="pres">
      <dgm:prSet presAssocID="{9445C76C-CA98-4D1E-9C83-A58FE74FF310}" presName="spaceRect" presStyleCnt="0"/>
      <dgm:spPr/>
    </dgm:pt>
    <dgm:pt modelId="{CEF16F35-BE37-428D-8D49-FE25392CFC7C}" type="pres">
      <dgm:prSet presAssocID="{9445C76C-CA98-4D1E-9C83-A58FE74FF310}" presName="parTx" presStyleLbl="revTx" presStyleIdx="1" presStyleCnt="3">
        <dgm:presLayoutVars>
          <dgm:chMax val="0"/>
          <dgm:chPref val="0"/>
        </dgm:presLayoutVars>
      </dgm:prSet>
      <dgm:spPr/>
    </dgm:pt>
    <dgm:pt modelId="{5637F480-F349-4696-99FA-AA2E776AEA23}" type="pres">
      <dgm:prSet presAssocID="{DC6FBAD8-68FE-4455-B2D4-534358A6F2DF}" presName="sibTrans" presStyleCnt="0"/>
      <dgm:spPr/>
    </dgm:pt>
    <dgm:pt modelId="{A8F6F675-B73D-4CBC-B232-47FAE148E94A}" type="pres">
      <dgm:prSet presAssocID="{30442CA9-D1F6-49B3-9194-0347A16DE1FE}" presName="compNode" presStyleCnt="0"/>
      <dgm:spPr/>
    </dgm:pt>
    <dgm:pt modelId="{BDBB8477-B28E-43C4-A709-A0236BD7F6D9}" type="pres">
      <dgm:prSet presAssocID="{30442CA9-D1F6-49B3-9194-0347A16DE1FE}" presName="bgRect" presStyleLbl="bgShp" presStyleIdx="2" presStyleCnt="3"/>
      <dgm:spPr/>
    </dgm:pt>
    <dgm:pt modelId="{4AFDB2F9-E659-4D70-BF2F-B4DD0801266D}" type="pres">
      <dgm:prSet presAssocID="{30442CA9-D1F6-49B3-9194-0347A16DE1F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t"/>
        </a:ext>
      </dgm:extLst>
    </dgm:pt>
    <dgm:pt modelId="{C0C3F67B-8D55-4613-A581-9CEB114382BA}" type="pres">
      <dgm:prSet presAssocID="{30442CA9-D1F6-49B3-9194-0347A16DE1FE}" presName="spaceRect" presStyleCnt="0"/>
      <dgm:spPr/>
    </dgm:pt>
    <dgm:pt modelId="{E4003D88-3589-49E2-B419-D45149C1BF78}" type="pres">
      <dgm:prSet presAssocID="{30442CA9-D1F6-49B3-9194-0347A16DE1F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5E7471A-05D4-4A3D-9F87-742E461BC2A6}" type="presOf" srcId="{30442CA9-D1F6-49B3-9194-0347A16DE1FE}" destId="{E4003D88-3589-49E2-B419-D45149C1BF78}" srcOrd="0" destOrd="0" presId="urn:microsoft.com/office/officeart/2018/2/layout/IconVerticalSolidList"/>
    <dgm:cxn modelId="{E2FDD95E-F4AD-48D1-A39E-6F0490826397}" type="presOf" srcId="{C33813B3-095F-4837-9E8B-46A5DE78CB9D}" destId="{0360798B-FEAD-4720-8059-074FB00B734C}" srcOrd="0" destOrd="0" presId="urn:microsoft.com/office/officeart/2018/2/layout/IconVerticalSolidList"/>
    <dgm:cxn modelId="{1519CD63-D4D7-4EF8-84BD-72A84DE2AD41}" srcId="{33A83D18-0626-4BD3-A2F1-3E075BE62411}" destId="{9445C76C-CA98-4D1E-9C83-A58FE74FF310}" srcOrd="1" destOrd="0" parTransId="{0CA4FD07-B2AD-4C91-8AAE-6573BDAD0C99}" sibTransId="{DC6FBAD8-68FE-4455-B2D4-534358A6F2DF}"/>
    <dgm:cxn modelId="{D725F3A4-1358-4CF5-946C-0AB24D6358DF}" type="presOf" srcId="{9445C76C-CA98-4D1E-9C83-A58FE74FF310}" destId="{CEF16F35-BE37-428D-8D49-FE25392CFC7C}" srcOrd="0" destOrd="0" presId="urn:microsoft.com/office/officeart/2018/2/layout/IconVerticalSolidList"/>
    <dgm:cxn modelId="{8AD695D1-FA98-4FE4-82FD-7A3900608A99}" type="presOf" srcId="{33A83D18-0626-4BD3-A2F1-3E075BE62411}" destId="{0DEAC22D-E5BE-431F-92D7-DBA91941F2A8}" srcOrd="0" destOrd="0" presId="urn:microsoft.com/office/officeart/2018/2/layout/IconVerticalSolidList"/>
    <dgm:cxn modelId="{643707DF-3FF1-49D3-8A92-717A249CB66C}" srcId="{33A83D18-0626-4BD3-A2F1-3E075BE62411}" destId="{C33813B3-095F-4837-9E8B-46A5DE78CB9D}" srcOrd="0" destOrd="0" parTransId="{7E6E18B8-A66B-4EC1-8477-56402277BCE9}" sibTransId="{796A9494-5605-4814-962A-113DE024D002}"/>
    <dgm:cxn modelId="{886356F6-B395-4F97-9B51-E83D5147BD34}" srcId="{33A83D18-0626-4BD3-A2F1-3E075BE62411}" destId="{30442CA9-D1F6-49B3-9194-0347A16DE1FE}" srcOrd="2" destOrd="0" parTransId="{6019CE85-73D8-4680-825B-C35D49EDBF86}" sibTransId="{99D9C6DE-186F-49BE-A65F-E8F444F1C37C}"/>
    <dgm:cxn modelId="{77CED76C-BA4A-41F5-B614-E88127838EF0}" type="presParOf" srcId="{0DEAC22D-E5BE-431F-92D7-DBA91941F2A8}" destId="{87735CB3-37C1-4A71-BDC3-F753C10B1C11}" srcOrd="0" destOrd="0" presId="urn:microsoft.com/office/officeart/2018/2/layout/IconVerticalSolidList"/>
    <dgm:cxn modelId="{98193FF7-51F7-4473-B878-622A2B597E56}" type="presParOf" srcId="{87735CB3-37C1-4A71-BDC3-F753C10B1C11}" destId="{3F045D07-055E-4B24-A2A5-CF28B456A944}" srcOrd="0" destOrd="0" presId="urn:microsoft.com/office/officeart/2018/2/layout/IconVerticalSolidList"/>
    <dgm:cxn modelId="{AD1AF2F4-2B78-43BE-ABE1-02A778FC4285}" type="presParOf" srcId="{87735CB3-37C1-4A71-BDC3-F753C10B1C11}" destId="{B441EFCC-1BFC-4002-BF67-CF0A3F5B330D}" srcOrd="1" destOrd="0" presId="urn:microsoft.com/office/officeart/2018/2/layout/IconVerticalSolidList"/>
    <dgm:cxn modelId="{D5E1FA56-0A6A-4ABE-AB96-4B54B6D9B739}" type="presParOf" srcId="{87735CB3-37C1-4A71-BDC3-F753C10B1C11}" destId="{43EF9909-EDBE-4318-9B9C-C71AC91DC843}" srcOrd="2" destOrd="0" presId="urn:microsoft.com/office/officeart/2018/2/layout/IconVerticalSolidList"/>
    <dgm:cxn modelId="{CA34A52D-F247-49E7-80DD-9A49EE33B83B}" type="presParOf" srcId="{87735CB3-37C1-4A71-BDC3-F753C10B1C11}" destId="{0360798B-FEAD-4720-8059-074FB00B734C}" srcOrd="3" destOrd="0" presId="urn:microsoft.com/office/officeart/2018/2/layout/IconVerticalSolidList"/>
    <dgm:cxn modelId="{4834420F-C34A-4CA9-8D2D-579862B12A62}" type="presParOf" srcId="{0DEAC22D-E5BE-431F-92D7-DBA91941F2A8}" destId="{56788658-37C6-45B7-A305-E6484127567C}" srcOrd="1" destOrd="0" presId="urn:microsoft.com/office/officeart/2018/2/layout/IconVerticalSolidList"/>
    <dgm:cxn modelId="{CEDC9CA2-2B61-4635-A489-4E97588BEB2F}" type="presParOf" srcId="{0DEAC22D-E5BE-431F-92D7-DBA91941F2A8}" destId="{4951FCD2-E578-468C-93E5-68B03EC1EBDD}" srcOrd="2" destOrd="0" presId="urn:microsoft.com/office/officeart/2018/2/layout/IconVerticalSolidList"/>
    <dgm:cxn modelId="{CF29CF64-999D-43D3-B656-1FE1FCA6A0BA}" type="presParOf" srcId="{4951FCD2-E578-468C-93E5-68B03EC1EBDD}" destId="{D21AED2D-54DD-4CE6-9342-7C7A80B2114B}" srcOrd="0" destOrd="0" presId="urn:microsoft.com/office/officeart/2018/2/layout/IconVerticalSolidList"/>
    <dgm:cxn modelId="{17C03A98-0492-46B7-9896-71CAA562A979}" type="presParOf" srcId="{4951FCD2-E578-468C-93E5-68B03EC1EBDD}" destId="{356487AD-3CDE-40CB-837F-AB538AF84953}" srcOrd="1" destOrd="0" presId="urn:microsoft.com/office/officeart/2018/2/layout/IconVerticalSolidList"/>
    <dgm:cxn modelId="{5B71A152-15F4-4BC5-A60D-A0C99E0A0F1F}" type="presParOf" srcId="{4951FCD2-E578-468C-93E5-68B03EC1EBDD}" destId="{849E1DBA-FBDD-4525-9D77-630FD0C401E7}" srcOrd="2" destOrd="0" presId="urn:microsoft.com/office/officeart/2018/2/layout/IconVerticalSolidList"/>
    <dgm:cxn modelId="{482039F1-265F-403D-97DF-CF21B6B8B0BB}" type="presParOf" srcId="{4951FCD2-E578-468C-93E5-68B03EC1EBDD}" destId="{CEF16F35-BE37-428D-8D49-FE25392CFC7C}" srcOrd="3" destOrd="0" presId="urn:microsoft.com/office/officeart/2018/2/layout/IconVerticalSolidList"/>
    <dgm:cxn modelId="{9C0BE934-BEC6-4F5C-AA32-FA4E6EEF2B76}" type="presParOf" srcId="{0DEAC22D-E5BE-431F-92D7-DBA91941F2A8}" destId="{5637F480-F349-4696-99FA-AA2E776AEA23}" srcOrd="3" destOrd="0" presId="urn:microsoft.com/office/officeart/2018/2/layout/IconVerticalSolidList"/>
    <dgm:cxn modelId="{CF8D2116-ED63-44AD-9612-C3F04901941B}" type="presParOf" srcId="{0DEAC22D-E5BE-431F-92D7-DBA91941F2A8}" destId="{A8F6F675-B73D-4CBC-B232-47FAE148E94A}" srcOrd="4" destOrd="0" presId="urn:microsoft.com/office/officeart/2018/2/layout/IconVerticalSolidList"/>
    <dgm:cxn modelId="{EF269062-9D57-4328-A10E-8A3D615C5C51}" type="presParOf" srcId="{A8F6F675-B73D-4CBC-B232-47FAE148E94A}" destId="{BDBB8477-B28E-43C4-A709-A0236BD7F6D9}" srcOrd="0" destOrd="0" presId="urn:microsoft.com/office/officeart/2018/2/layout/IconVerticalSolidList"/>
    <dgm:cxn modelId="{BB3D66ED-6AD6-44D1-A36B-02F89B796F75}" type="presParOf" srcId="{A8F6F675-B73D-4CBC-B232-47FAE148E94A}" destId="{4AFDB2F9-E659-4D70-BF2F-B4DD0801266D}" srcOrd="1" destOrd="0" presId="urn:microsoft.com/office/officeart/2018/2/layout/IconVerticalSolidList"/>
    <dgm:cxn modelId="{6809839E-6214-4D07-A37D-8FF83AE9876B}" type="presParOf" srcId="{A8F6F675-B73D-4CBC-B232-47FAE148E94A}" destId="{C0C3F67B-8D55-4613-A581-9CEB114382BA}" srcOrd="2" destOrd="0" presId="urn:microsoft.com/office/officeart/2018/2/layout/IconVerticalSolidList"/>
    <dgm:cxn modelId="{75A8A114-9FAC-4E2E-A22E-850A400357A5}" type="presParOf" srcId="{A8F6F675-B73D-4CBC-B232-47FAE148E94A}" destId="{E4003D88-3589-49E2-B419-D45149C1BF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4FF261-8E80-48BA-889E-DBE833144B0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3EFB07-C936-4C3D-B95C-B29BBD95A493}">
      <dgm:prSet/>
      <dgm:spPr/>
      <dgm:t>
        <a:bodyPr/>
        <a:lstStyle/>
        <a:p>
          <a:r>
            <a:rPr lang="en-US" dirty="0"/>
            <a:t>User searches for app in Spunvice.</a:t>
          </a:r>
        </a:p>
      </dgm:t>
    </dgm:pt>
    <dgm:pt modelId="{B0893D51-9591-4515-88CF-1F8FF9AB8646}" type="parTrans" cxnId="{BE246CDA-C460-4F1B-9F0F-521B7B6E0AB6}">
      <dgm:prSet/>
      <dgm:spPr/>
      <dgm:t>
        <a:bodyPr/>
        <a:lstStyle/>
        <a:p>
          <a:endParaRPr lang="en-US"/>
        </a:p>
      </dgm:t>
    </dgm:pt>
    <dgm:pt modelId="{B50D332A-ABBA-46EF-84A3-8C8EDA1277FC}" type="sibTrans" cxnId="{BE246CDA-C460-4F1B-9F0F-521B7B6E0AB6}">
      <dgm:prSet/>
      <dgm:spPr/>
      <dgm:t>
        <a:bodyPr/>
        <a:lstStyle/>
        <a:p>
          <a:endParaRPr lang="en-US"/>
        </a:p>
      </dgm:t>
    </dgm:pt>
    <dgm:pt modelId="{4F67D3EB-5365-4875-94DC-4104C90F451C}">
      <dgm:prSet/>
      <dgm:spPr/>
      <dgm:t>
        <a:bodyPr/>
        <a:lstStyle/>
        <a:p>
          <a:r>
            <a:rPr lang="en-US"/>
            <a:t>Compatibility engine checks device/OS.</a:t>
          </a:r>
        </a:p>
      </dgm:t>
    </dgm:pt>
    <dgm:pt modelId="{CA415911-2815-478D-A570-AA2601A332EC}" type="parTrans" cxnId="{B9A8FFFD-EFCD-4219-9603-AEACD8CACE08}">
      <dgm:prSet/>
      <dgm:spPr/>
      <dgm:t>
        <a:bodyPr/>
        <a:lstStyle/>
        <a:p>
          <a:endParaRPr lang="en-US"/>
        </a:p>
      </dgm:t>
    </dgm:pt>
    <dgm:pt modelId="{0FBAAE61-A202-4A76-ABED-7E41FC20D27F}" type="sibTrans" cxnId="{B9A8FFFD-EFCD-4219-9603-AEACD8CACE08}">
      <dgm:prSet/>
      <dgm:spPr/>
      <dgm:t>
        <a:bodyPr/>
        <a:lstStyle/>
        <a:p>
          <a:endParaRPr lang="en-US"/>
        </a:p>
      </dgm:t>
    </dgm:pt>
    <dgm:pt modelId="{3E02C92F-5449-4407-A218-111B26C3D1D5}">
      <dgm:prSet/>
      <dgm:spPr/>
      <dgm:t>
        <a:bodyPr/>
        <a:lstStyle/>
        <a:p>
          <a:r>
            <a:rPr lang="en-US"/>
            <a:t>App downloads correct version automatically.</a:t>
          </a:r>
        </a:p>
      </dgm:t>
    </dgm:pt>
    <dgm:pt modelId="{F3484EBC-750A-45AA-B465-AA5BA12EBC9F}" type="parTrans" cxnId="{9414062D-99F0-4C5E-B63B-2B9B13F2C7FF}">
      <dgm:prSet/>
      <dgm:spPr/>
      <dgm:t>
        <a:bodyPr/>
        <a:lstStyle/>
        <a:p>
          <a:endParaRPr lang="en-US"/>
        </a:p>
      </dgm:t>
    </dgm:pt>
    <dgm:pt modelId="{2D318F19-612A-4D7F-856B-7AE9A4C6A641}" type="sibTrans" cxnId="{9414062D-99F0-4C5E-B63B-2B9B13F2C7FF}">
      <dgm:prSet/>
      <dgm:spPr/>
      <dgm:t>
        <a:bodyPr/>
        <a:lstStyle/>
        <a:p>
          <a:endParaRPr lang="en-US"/>
        </a:p>
      </dgm:t>
    </dgm:pt>
    <dgm:pt modelId="{8A740086-1DE3-48A2-8CE5-4D0335A014D3}">
      <dgm:prSet/>
      <dgm:spPr/>
      <dgm:t>
        <a:bodyPr/>
        <a:lstStyle/>
        <a:p>
          <a:r>
            <a:rPr lang="en-US"/>
            <a:t>Cloud-based account syncs purchases across devices.</a:t>
          </a:r>
        </a:p>
      </dgm:t>
    </dgm:pt>
    <dgm:pt modelId="{F529DFDE-0374-4E76-9B91-12A8F8FDE7B2}" type="parTrans" cxnId="{1567B32D-7C16-4C43-8947-DE0134FCC029}">
      <dgm:prSet/>
      <dgm:spPr/>
      <dgm:t>
        <a:bodyPr/>
        <a:lstStyle/>
        <a:p>
          <a:endParaRPr lang="en-US"/>
        </a:p>
      </dgm:t>
    </dgm:pt>
    <dgm:pt modelId="{8FC5CA49-6071-4571-8D26-708EFB17E5B7}" type="sibTrans" cxnId="{1567B32D-7C16-4C43-8947-DE0134FCC029}">
      <dgm:prSet/>
      <dgm:spPr/>
      <dgm:t>
        <a:bodyPr/>
        <a:lstStyle/>
        <a:p>
          <a:endParaRPr lang="en-US"/>
        </a:p>
      </dgm:t>
    </dgm:pt>
    <dgm:pt modelId="{5F842EB7-C91D-F646-AE31-42AD95BE24C8}" type="pres">
      <dgm:prSet presAssocID="{2D4FF261-8E80-48BA-889E-DBE833144B05}" presName="outerComposite" presStyleCnt="0">
        <dgm:presLayoutVars>
          <dgm:chMax val="5"/>
          <dgm:dir/>
          <dgm:resizeHandles val="exact"/>
        </dgm:presLayoutVars>
      </dgm:prSet>
      <dgm:spPr/>
    </dgm:pt>
    <dgm:pt modelId="{BB6B7F46-80D1-B04B-B341-5437739ED373}" type="pres">
      <dgm:prSet presAssocID="{2D4FF261-8E80-48BA-889E-DBE833144B05}" presName="dummyMaxCanvas" presStyleCnt="0">
        <dgm:presLayoutVars/>
      </dgm:prSet>
      <dgm:spPr/>
    </dgm:pt>
    <dgm:pt modelId="{7C1E96B2-2CD9-9A4B-8153-3A8117358F7B}" type="pres">
      <dgm:prSet presAssocID="{2D4FF261-8E80-48BA-889E-DBE833144B05}" presName="FourNodes_1" presStyleLbl="node1" presStyleIdx="0" presStyleCnt="4">
        <dgm:presLayoutVars>
          <dgm:bulletEnabled val="1"/>
        </dgm:presLayoutVars>
      </dgm:prSet>
      <dgm:spPr/>
    </dgm:pt>
    <dgm:pt modelId="{57959FC4-D303-4947-BA62-8CC4F2303E21}" type="pres">
      <dgm:prSet presAssocID="{2D4FF261-8E80-48BA-889E-DBE833144B05}" presName="FourNodes_2" presStyleLbl="node1" presStyleIdx="1" presStyleCnt="4">
        <dgm:presLayoutVars>
          <dgm:bulletEnabled val="1"/>
        </dgm:presLayoutVars>
      </dgm:prSet>
      <dgm:spPr/>
    </dgm:pt>
    <dgm:pt modelId="{34C5FD26-DA8E-C840-8F7E-75AE8A54B561}" type="pres">
      <dgm:prSet presAssocID="{2D4FF261-8E80-48BA-889E-DBE833144B05}" presName="FourNodes_3" presStyleLbl="node1" presStyleIdx="2" presStyleCnt="4">
        <dgm:presLayoutVars>
          <dgm:bulletEnabled val="1"/>
        </dgm:presLayoutVars>
      </dgm:prSet>
      <dgm:spPr/>
    </dgm:pt>
    <dgm:pt modelId="{029866A6-DF0E-9E47-B23D-3C1386937A83}" type="pres">
      <dgm:prSet presAssocID="{2D4FF261-8E80-48BA-889E-DBE833144B05}" presName="FourNodes_4" presStyleLbl="node1" presStyleIdx="3" presStyleCnt="4">
        <dgm:presLayoutVars>
          <dgm:bulletEnabled val="1"/>
        </dgm:presLayoutVars>
      </dgm:prSet>
      <dgm:spPr/>
    </dgm:pt>
    <dgm:pt modelId="{E010032D-C33B-CA49-B4F3-A32E80555E33}" type="pres">
      <dgm:prSet presAssocID="{2D4FF261-8E80-48BA-889E-DBE833144B05}" presName="FourConn_1-2" presStyleLbl="fgAccFollowNode1" presStyleIdx="0" presStyleCnt="3">
        <dgm:presLayoutVars>
          <dgm:bulletEnabled val="1"/>
        </dgm:presLayoutVars>
      </dgm:prSet>
      <dgm:spPr/>
    </dgm:pt>
    <dgm:pt modelId="{38EDDA00-066A-A248-929B-DE93D75FA725}" type="pres">
      <dgm:prSet presAssocID="{2D4FF261-8E80-48BA-889E-DBE833144B05}" presName="FourConn_2-3" presStyleLbl="fgAccFollowNode1" presStyleIdx="1" presStyleCnt="3">
        <dgm:presLayoutVars>
          <dgm:bulletEnabled val="1"/>
        </dgm:presLayoutVars>
      </dgm:prSet>
      <dgm:spPr/>
    </dgm:pt>
    <dgm:pt modelId="{79EBA588-04F1-C542-B1B4-4238DF5D21FC}" type="pres">
      <dgm:prSet presAssocID="{2D4FF261-8E80-48BA-889E-DBE833144B05}" presName="FourConn_3-4" presStyleLbl="fgAccFollowNode1" presStyleIdx="2" presStyleCnt="3">
        <dgm:presLayoutVars>
          <dgm:bulletEnabled val="1"/>
        </dgm:presLayoutVars>
      </dgm:prSet>
      <dgm:spPr/>
    </dgm:pt>
    <dgm:pt modelId="{314AD2E3-4920-9346-AA20-60BEB8EC9BD5}" type="pres">
      <dgm:prSet presAssocID="{2D4FF261-8E80-48BA-889E-DBE833144B05}" presName="FourNodes_1_text" presStyleLbl="node1" presStyleIdx="3" presStyleCnt="4">
        <dgm:presLayoutVars>
          <dgm:bulletEnabled val="1"/>
        </dgm:presLayoutVars>
      </dgm:prSet>
      <dgm:spPr/>
    </dgm:pt>
    <dgm:pt modelId="{A7906B99-A454-B944-8CCC-73415A943143}" type="pres">
      <dgm:prSet presAssocID="{2D4FF261-8E80-48BA-889E-DBE833144B05}" presName="FourNodes_2_text" presStyleLbl="node1" presStyleIdx="3" presStyleCnt="4">
        <dgm:presLayoutVars>
          <dgm:bulletEnabled val="1"/>
        </dgm:presLayoutVars>
      </dgm:prSet>
      <dgm:spPr/>
    </dgm:pt>
    <dgm:pt modelId="{41DA2ACD-8E2B-0D46-B3DC-39C44BF2EEEA}" type="pres">
      <dgm:prSet presAssocID="{2D4FF261-8E80-48BA-889E-DBE833144B05}" presName="FourNodes_3_text" presStyleLbl="node1" presStyleIdx="3" presStyleCnt="4">
        <dgm:presLayoutVars>
          <dgm:bulletEnabled val="1"/>
        </dgm:presLayoutVars>
      </dgm:prSet>
      <dgm:spPr/>
    </dgm:pt>
    <dgm:pt modelId="{298344DE-AE2F-A04E-8A0B-D137AD98B9F3}" type="pres">
      <dgm:prSet presAssocID="{2D4FF261-8E80-48BA-889E-DBE833144B0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869E126-E433-B841-8D79-B047E7746BF4}" type="presOf" srcId="{433EFB07-C936-4C3D-B95C-B29BBD95A493}" destId="{314AD2E3-4920-9346-AA20-60BEB8EC9BD5}" srcOrd="1" destOrd="0" presId="urn:microsoft.com/office/officeart/2005/8/layout/vProcess5"/>
    <dgm:cxn modelId="{9414062D-99F0-4C5E-B63B-2B9B13F2C7FF}" srcId="{2D4FF261-8E80-48BA-889E-DBE833144B05}" destId="{3E02C92F-5449-4407-A218-111B26C3D1D5}" srcOrd="2" destOrd="0" parTransId="{F3484EBC-750A-45AA-B465-AA5BA12EBC9F}" sibTransId="{2D318F19-612A-4D7F-856B-7AE9A4C6A641}"/>
    <dgm:cxn modelId="{1567B32D-7C16-4C43-8947-DE0134FCC029}" srcId="{2D4FF261-8E80-48BA-889E-DBE833144B05}" destId="{8A740086-1DE3-48A2-8CE5-4D0335A014D3}" srcOrd="3" destOrd="0" parTransId="{F529DFDE-0374-4E76-9B91-12A8F8FDE7B2}" sibTransId="{8FC5CA49-6071-4571-8D26-708EFB17E5B7}"/>
    <dgm:cxn modelId="{4C3F624F-713C-7F47-8A37-C5578D193085}" type="presOf" srcId="{4F67D3EB-5365-4875-94DC-4104C90F451C}" destId="{57959FC4-D303-4947-BA62-8CC4F2303E21}" srcOrd="0" destOrd="0" presId="urn:microsoft.com/office/officeart/2005/8/layout/vProcess5"/>
    <dgm:cxn modelId="{080F8E58-6D93-DF43-B2E4-DDB909F21E5A}" type="presOf" srcId="{2D318F19-612A-4D7F-856B-7AE9A4C6A641}" destId="{79EBA588-04F1-C542-B1B4-4238DF5D21FC}" srcOrd="0" destOrd="0" presId="urn:microsoft.com/office/officeart/2005/8/layout/vProcess5"/>
    <dgm:cxn modelId="{656C766B-C8C7-7248-B033-81323569D29B}" type="presOf" srcId="{433EFB07-C936-4C3D-B95C-B29BBD95A493}" destId="{7C1E96B2-2CD9-9A4B-8153-3A8117358F7B}" srcOrd="0" destOrd="0" presId="urn:microsoft.com/office/officeart/2005/8/layout/vProcess5"/>
    <dgm:cxn modelId="{2B4DAF89-5C83-474A-B20E-68978922B67E}" type="presOf" srcId="{8A740086-1DE3-48A2-8CE5-4D0335A014D3}" destId="{029866A6-DF0E-9E47-B23D-3C1386937A83}" srcOrd="0" destOrd="0" presId="urn:microsoft.com/office/officeart/2005/8/layout/vProcess5"/>
    <dgm:cxn modelId="{C322FB90-0415-2841-BC0D-06BBC8B41524}" type="presOf" srcId="{2D4FF261-8E80-48BA-889E-DBE833144B05}" destId="{5F842EB7-C91D-F646-AE31-42AD95BE24C8}" srcOrd="0" destOrd="0" presId="urn:microsoft.com/office/officeart/2005/8/layout/vProcess5"/>
    <dgm:cxn modelId="{E846F695-A698-664C-B6B1-992D95C703F2}" type="presOf" srcId="{3E02C92F-5449-4407-A218-111B26C3D1D5}" destId="{34C5FD26-DA8E-C840-8F7E-75AE8A54B561}" srcOrd="0" destOrd="0" presId="urn:microsoft.com/office/officeart/2005/8/layout/vProcess5"/>
    <dgm:cxn modelId="{60235EC1-7940-5B45-AF56-41BB89759CBC}" type="presOf" srcId="{4F67D3EB-5365-4875-94DC-4104C90F451C}" destId="{A7906B99-A454-B944-8CCC-73415A943143}" srcOrd="1" destOrd="0" presId="urn:microsoft.com/office/officeart/2005/8/layout/vProcess5"/>
    <dgm:cxn modelId="{9B34DEC1-3FD5-2746-8367-5A27915B7872}" type="presOf" srcId="{B50D332A-ABBA-46EF-84A3-8C8EDA1277FC}" destId="{E010032D-C33B-CA49-B4F3-A32E80555E33}" srcOrd="0" destOrd="0" presId="urn:microsoft.com/office/officeart/2005/8/layout/vProcess5"/>
    <dgm:cxn modelId="{EBAE08CF-8A31-5F47-A8BE-59F20773CA34}" type="presOf" srcId="{3E02C92F-5449-4407-A218-111B26C3D1D5}" destId="{41DA2ACD-8E2B-0D46-B3DC-39C44BF2EEEA}" srcOrd="1" destOrd="0" presId="urn:microsoft.com/office/officeart/2005/8/layout/vProcess5"/>
    <dgm:cxn modelId="{BE246CDA-C460-4F1B-9F0F-521B7B6E0AB6}" srcId="{2D4FF261-8E80-48BA-889E-DBE833144B05}" destId="{433EFB07-C936-4C3D-B95C-B29BBD95A493}" srcOrd="0" destOrd="0" parTransId="{B0893D51-9591-4515-88CF-1F8FF9AB8646}" sibTransId="{B50D332A-ABBA-46EF-84A3-8C8EDA1277FC}"/>
    <dgm:cxn modelId="{F5A58CDE-5C7A-1648-9D36-31D5C36EB65C}" type="presOf" srcId="{0FBAAE61-A202-4A76-ABED-7E41FC20D27F}" destId="{38EDDA00-066A-A248-929B-DE93D75FA725}" srcOrd="0" destOrd="0" presId="urn:microsoft.com/office/officeart/2005/8/layout/vProcess5"/>
    <dgm:cxn modelId="{BBFA04EE-80F6-EC4D-853D-56E25149B5EE}" type="presOf" srcId="{8A740086-1DE3-48A2-8CE5-4D0335A014D3}" destId="{298344DE-AE2F-A04E-8A0B-D137AD98B9F3}" srcOrd="1" destOrd="0" presId="urn:microsoft.com/office/officeart/2005/8/layout/vProcess5"/>
    <dgm:cxn modelId="{B9A8FFFD-EFCD-4219-9603-AEACD8CACE08}" srcId="{2D4FF261-8E80-48BA-889E-DBE833144B05}" destId="{4F67D3EB-5365-4875-94DC-4104C90F451C}" srcOrd="1" destOrd="0" parTransId="{CA415911-2815-478D-A570-AA2601A332EC}" sibTransId="{0FBAAE61-A202-4A76-ABED-7E41FC20D27F}"/>
    <dgm:cxn modelId="{15B79A8F-6824-2A47-AF85-3418C2FDC471}" type="presParOf" srcId="{5F842EB7-C91D-F646-AE31-42AD95BE24C8}" destId="{BB6B7F46-80D1-B04B-B341-5437739ED373}" srcOrd="0" destOrd="0" presId="urn:microsoft.com/office/officeart/2005/8/layout/vProcess5"/>
    <dgm:cxn modelId="{DD495A71-EA7F-FA4B-99C9-2A00FA874A39}" type="presParOf" srcId="{5F842EB7-C91D-F646-AE31-42AD95BE24C8}" destId="{7C1E96B2-2CD9-9A4B-8153-3A8117358F7B}" srcOrd="1" destOrd="0" presId="urn:microsoft.com/office/officeart/2005/8/layout/vProcess5"/>
    <dgm:cxn modelId="{163931A0-08AB-5743-A684-CB0D2337C7AC}" type="presParOf" srcId="{5F842EB7-C91D-F646-AE31-42AD95BE24C8}" destId="{57959FC4-D303-4947-BA62-8CC4F2303E21}" srcOrd="2" destOrd="0" presId="urn:microsoft.com/office/officeart/2005/8/layout/vProcess5"/>
    <dgm:cxn modelId="{818D6416-FA17-A645-8024-7E0D6D9D9374}" type="presParOf" srcId="{5F842EB7-C91D-F646-AE31-42AD95BE24C8}" destId="{34C5FD26-DA8E-C840-8F7E-75AE8A54B561}" srcOrd="3" destOrd="0" presId="urn:microsoft.com/office/officeart/2005/8/layout/vProcess5"/>
    <dgm:cxn modelId="{BB4A145D-A287-CA43-9EBB-8C92EBE89A0B}" type="presParOf" srcId="{5F842EB7-C91D-F646-AE31-42AD95BE24C8}" destId="{029866A6-DF0E-9E47-B23D-3C1386937A83}" srcOrd="4" destOrd="0" presId="urn:microsoft.com/office/officeart/2005/8/layout/vProcess5"/>
    <dgm:cxn modelId="{8F9D9687-0A87-ED41-ADE1-A7104D9562FB}" type="presParOf" srcId="{5F842EB7-C91D-F646-AE31-42AD95BE24C8}" destId="{E010032D-C33B-CA49-B4F3-A32E80555E33}" srcOrd="5" destOrd="0" presId="urn:microsoft.com/office/officeart/2005/8/layout/vProcess5"/>
    <dgm:cxn modelId="{2DEFD07B-C051-934D-8655-FF4F21A4D65B}" type="presParOf" srcId="{5F842EB7-C91D-F646-AE31-42AD95BE24C8}" destId="{38EDDA00-066A-A248-929B-DE93D75FA725}" srcOrd="6" destOrd="0" presId="urn:microsoft.com/office/officeart/2005/8/layout/vProcess5"/>
    <dgm:cxn modelId="{FA3E1A0D-73E5-4544-B974-3A41A92B8FF5}" type="presParOf" srcId="{5F842EB7-C91D-F646-AE31-42AD95BE24C8}" destId="{79EBA588-04F1-C542-B1B4-4238DF5D21FC}" srcOrd="7" destOrd="0" presId="urn:microsoft.com/office/officeart/2005/8/layout/vProcess5"/>
    <dgm:cxn modelId="{CB0D45D3-4E90-C249-A866-2379B36DC230}" type="presParOf" srcId="{5F842EB7-C91D-F646-AE31-42AD95BE24C8}" destId="{314AD2E3-4920-9346-AA20-60BEB8EC9BD5}" srcOrd="8" destOrd="0" presId="urn:microsoft.com/office/officeart/2005/8/layout/vProcess5"/>
    <dgm:cxn modelId="{D3EB2D36-4E47-A947-BC9E-0190EDB3AD0A}" type="presParOf" srcId="{5F842EB7-C91D-F646-AE31-42AD95BE24C8}" destId="{A7906B99-A454-B944-8CCC-73415A943143}" srcOrd="9" destOrd="0" presId="urn:microsoft.com/office/officeart/2005/8/layout/vProcess5"/>
    <dgm:cxn modelId="{4031BDBF-8687-0248-8379-D194F3F3BEC8}" type="presParOf" srcId="{5F842EB7-C91D-F646-AE31-42AD95BE24C8}" destId="{41DA2ACD-8E2B-0D46-B3DC-39C44BF2EEEA}" srcOrd="10" destOrd="0" presId="urn:microsoft.com/office/officeart/2005/8/layout/vProcess5"/>
    <dgm:cxn modelId="{9929831D-3400-C44B-84B8-3B693CF87ABE}" type="presParOf" srcId="{5F842EB7-C91D-F646-AE31-42AD95BE24C8}" destId="{298344DE-AE2F-A04E-8A0B-D137AD98B9F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4FF261-8E80-48BA-889E-DBE833144B0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33EFB07-C936-4C3D-B95C-B29BBD95A493}">
      <dgm:prSet/>
      <dgm:spPr/>
      <dgm:t>
        <a:bodyPr/>
        <a:lstStyle/>
        <a:p>
          <a:r>
            <a:rPr lang="en-US" dirty="0"/>
            <a:t>The developer opens the Developer Portal.</a:t>
          </a:r>
        </a:p>
      </dgm:t>
    </dgm:pt>
    <dgm:pt modelId="{B0893D51-9591-4515-88CF-1F8FF9AB8646}" type="parTrans" cxnId="{BE246CDA-C460-4F1B-9F0F-521B7B6E0AB6}">
      <dgm:prSet/>
      <dgm:spPr/>
      <dgm:t>
        <a:bodyPr/>
        <a:lstStyle/>
        <a:p>
          <a:endParaRPr lang="en-US"/>
        </a:p>
      </dgm:t>
    </dgm:pt>
    <dgm:pt modelId="{B50D332A-ABBA-46EF-84A3-8C8EDA1277FC}" type="sibTrans" cxnId="{BE246CDA-C460-4F1B-9F0F-521B7B6E0AB6}">
      <dgm:prSet/>
      <dgm:spPr/>
      <dgm:t>
        <a:bodyPr/>
        <a:lstStyle/>
        <a:p>
          <a:endParaRPr lang="en-US"/>
        </a:p>
      </dgm:t>
    </dgm:pt>
    <dgm:pt modelId="{4F67D3EB-5365-4875-94DC-4104C90F451C}">
      <dgm:prSet/>
      <dgm:spPr/>
      <dgm:t>
        <a:bodyPr/>
        <a:lstStyle/>
        <a:p>
          <a:r>
            <a:rPr lang="en-US" dirty="0"/>
            <a:t>Uploads the file for each OS .</a:t>
          </a:r>
        </a:p>
      </dgm:t>
    </dgm:pt>
    <dgm:pt modelId="{CA415911-2815-478D-A570-AA2601A332EC}" type="parTrans" cxnId="{B9A8FFFD-EFCD-4219-9603-AEACD8CACE08}">
      <dgm:prSet/>
      <dgm:spPr/>
      <dgm:t>
        <a:bodyPr/>
        <a:lstStyle/>
        <a:p>
          <a:endParaRPr lang="en-US"/>
        </a:p>
      </dgm:t>
    </dgm:pt>
    <dgm:pt modelId="{0FBAAE61-A202-4A76-ABED-7E41FC20D27F}" type="sibTrans" cxnId="{B9A8FFFD-EFCD-4219-9603-AEACD8CACE08}">
      <dgm:prSet/>
      <dgm:spPr/>
      <dgm:t>
        <a:bodyPr/>
        <a:lstStyle/>
        <a:p>
          <a:endParaRPr lang="en-US"/>
        </a:p>
      </dgm:t>
    </dgm:pt>
    <dgm:pt modelId="{3E02C92F-5449-4407-A218-111B26C3D1D5}">
      <dgm:prSet/>
      <dgm:spPr/>
      <dgm:t>
        <a:bodyPr/>
        <a:lstStyle/>
        <a:p>
          <a:r>
            <a:rPr lang="en-US" dirty="0"/>
            <a:t>These files are then checked for malware using detection system.</a:t>
          </a:r>
        </a:p>
      </dgm:t>
    </dgm:pt>
    <dgm:pt modelId="{F3484EBC-750A-45AA-B465-AA5BA12EBC9F}" type="parTrans" cxnId="{9414062D-99F0-4C5E-B63B-2B9B13F2C7FF}">
      <dgm:prSet/>
      <dgm:spPr/>
      <dgm:t>
        <a:bodyPr/>
        <a:lstStyle/>
        <a:p>
          <a:endParaRPr lang="en-US"/>
        </a:p>
      </dgm:t>
    </dgm:pt>
    <dgm:pt modelId="{2D318F19-612A-4D7F-856B-7AE9A4C6A641}" type="sibTrans" cxnId="{9414062D-99F0-4C5E-B63B-2B9B13F2C7FF}">
      <dgm:prSet/>
      <dgm:spPr/>
      <dgm:t>
        <a:bodyPr/>
        <a:lstStyle/>
        <a:p>
          <a:endParaRPr lang="en-US"/>
        </a:p>
      </dgm:t>
    </dgm:pt>
    <dgm:pt modelId="{8A740086-1DE3-48A2-8CE5-4D0335A014D3}">
      <dgm:prSet/>
      <dgm:spPr/>
      <dgm:t>
        <a:bodyPr/>
        <a:lstStyle/>
        <a:p>
          <a:r>
            <a:rPr lang="en-US" dirty="0"/>
            <a:t>Once checked the app is available for the users.</a:t>
          </a:r>
        </a:p>
      </dgm:t>
    </dgm:pt>
    <dgm:pt modelId="{F529DFDE-0374-4E76-9B91-12A8F8FDE7B2}" type="parTrans" cxnId="{1567B32D-7C16-4C43-8947-DE0134FCC029}">
      <dgm:prSet/>
      <dgm:spPr/>
      <dgm:t>
        <a:bodyPr/>
        <a:lstStyle/>
        <a:p>
          <a:endParaRPr lang="en-US"/>
        </a:p>
      </dgm:t>
    </dgm:pt>
    <dgm:pt modelId="{8FC5CA49-6071-4571-8D26-708EFB17E5B7}" type="sibTrans" cxnId="{1567B32D-7C16-4C43-8947-DE0134FCC029}">
      <dgm:prSet/>
      <dgm:spPr/>
      <dgm:t>
        <a:bodyPr/>
        <a:lstStyle/>
        <a:p>
          <a:endParaRPr lang="en-US"/>
        </a:p>
      </dgm:t>
    </dgm:pt>
    <dgm:pt modelId="{5F842EB7-C91D-F646-AE31-42AD95BE24C8}" type="pres">
      <dgm:prSet presAssocID="{2D4FF261-8E80-48BA-889E-DBE833144B05}" presName="outerComposite" presStyleCnt="0">
        <dgm:presLayoutVars>
          <dgm:chMax val="5"/>
          <dgm:dir/>
          <dgm:resizeHandles val="exact"/>
        </dgm:presLayoutVars>
      </dgm:prSet>
      <dgm:spPr/>
    </dgm:pt>
    <dgm:pt modelId="{BB6B7F46-80D1-B04B-B341-5437739ED373}" type="pres">
      <dgm:prSet presAssocID="{2D4FF261-8E80-48BA-889E-DBE833144B05}" presName="dummyMaxCanvas" presStyleCnt="0">
        <dgm:presLayoutVars/>
      </dgm:prSet>
      <dgm:spPr/>
    </dgm:pt>
    <dgm:pt modelId="{7C1E96B2-2CD9-9A4B-8153-3A8117358F7B}" type="pres">
      <dgm:prSet presAssocID="{2D4FF261-8E80-48BA-889E-DBE833144B05}" presName="FourNodes_1" presStyleLbl="node1" presStyleIdx="0" presStyleCnt="4">
        <dgm:presLayoutVars>
          <dgm:bulletEnabled val="1"/>
        </dgm:presLayoutVars>
      </dgm:prSet>
      <dgm:spPr/>
    </dgm:pt>
    <dgm:pt modelId="{57959FC4-D303-4947-BA62-8CC4F2303E21}" type="pres">
      <dgm:prSet presAssocID="{2D4FF261-8E80-48BA-889E-DBE833144B05}" presName="FourNodes_2" presStyleLbl="node1" presStyleIdx="1" presStyleCnt="4">
        <dgm:presLayoutVars>
          <dgm:bulletEnabled val="1"/>
        </dgm:presLayoutVars>
      </dgm:prSet>
      <dgm:spPr/>
    </dgm:pt>
    <dgm:pt modelId="{34C5FD26-DA8E-C840-8F7E-75AE8A54B561}" type="pres">
      <dgm:prSet presAssocID="{2D4FF261-8E80-48BA-889E-DBE833144B05}" presName="FourNodes_3" presStyleLbl="node1" presStyleIdx="2" presStyleCnt="4">
        <dgm:presLayoutVars>
          <dgm:bulletEnabled val="1"/>
        </dgm:presLayoutVars>
      </dgm:prSet>
      <dgm:spPr/>
    </dgm:pt>
    <dgm:pt modelId="{029866A6-DF0E-9E47-B23D-3C1386937A83}" type="pres">
      <dgm:prSet presAssocID="{2D4FF261-8E80-48BA-889E-DBE833144B05}" presName="FourNodes_4" presStyleLbl="node1" presStyleIdx="3" presStyleCnt="4">
        <dgm:presLayoutVars>
          <dgm:bulletEnabled val="1"/>
        </dgm:presLayoutVars>
      </dgm:prSet>
      <dgm:spPr/>
    </dgm:pt>
    <dgm:pt modelId="{E010032D-C33B-CA49-B4F3-A32E80555E33}" type="pres">
      <dgm:prSet presAssocID="{2D4FF261-8E80-48BA-889E-DBE833144B05}" presName="FourConn_1-2" presStyleLbl="fgAccFollowNode1" presStyleIdx="0" presStyleCnt="3">
        <dgm:presLayoutVars>
          <dgm:bulletEnabled val="1"/>
        </dgm:presLayoutVars>
      </dgm:prSet>
      <dgm:spPr/>
    </dgm:pt>
    <dgm:pt modelId="{38EDDA00-066A-A248-929B-DE93D75FA725}" type="pres">
      <dgm:prSet presAssocID="{2D4FF261-8E80-48BA-889E-DBE833144B05}" presName="FourConn_2-3" presStyleLbl="fgAccFollowNode1" presStyleIdx="1" presStyleCnt="3">
        <dgm:presLayoutVars>
          <dgm:bulletEnabled val="1"/>
        </dgm:presLayoutVars>
      </dgm:prSet>
      <dgm:spPr/>
    </dgm:pt>
    <dgm:pt modelId="{79EBA588-04F1-C542-B1B4-4238DF5D21FC}" type="pres">
      <dgm:prSet presAssocID="{2D4FF261-8E80-48BA-889E-DBE833144B05}" presName="FourConn_3-4" presStyleLbl="fgAccFollowNode1" presStyleIdx="2" presStyleCnt="3">
        <dgm:presLayoutVars>
          <dgm:bulletEnabled val="1"/>
        </dgm:presLayoutVars>
      </dgm:prSet>
      <dgm:spPr/>
    </dgm:pt>
    <dgm:pt modelId="{314AD2E3-4920-9346-AA20-60BEB8EC9BD5}" type="pres">
      <dgm:prSet presAssocID="{2D4FF261-8E80-48BA-889E-DBE833144B05}" presName="FourNodes_1_text" presStyleLbl="node1" presStyleIdx="3" presStyleCnt="4">
        <dgm:presLayoutVars>
          <dgm:bulletEnabled val="1"/>
        </dgm:presLayoutVars>
      </dgm:prSet>
      <dgm:spPr/>
    </dgm:pt>
    <dgm:pt modelId="{A7906B99-A454-B944-8CCC-73415A943143}" type="pres">
      <dgm:prSet presAssocID="{2D4FF261-8E80-48BA-889E-DBE833144B05}" presName="FourNodes_2_text" presStyleLbl="node1" presStyleIdx="3" presStyleCnt="4">
        <dgm:presLayoutVars>
          <dgm:bulletEnabled val="1"/>
        </dgm:presLayoutVars>
      </dgm:prSet>
      <dgm:spPr/>
    </dgm:pt>
    <dgm:pt modelId="{41DA2ACD-8E2B-0D46-B3DC-39C44BF2EEEA}" type="pres">
      <dgm:prSet presAssocID="{2D4FF261-8E80-48BA-889E-DBE833144B05}" presName="FourNodes_3_text" presStyleLbl="node1" presStyleIdx="3" presStyleCnt="4">
        <dgm:presLayoutVars>
          <dgm:bulletEnabled val="1"/>
        </dgm:presLayoutVars>
      </dgm:prSet>
      <dgm:spPr/>
    </dgm:pt>
    <dgm:pt modelId="{298344DE-AE2F-A04E-8A0B-D137AD98B9F3}" type="pres">
      <dgm:prSet presAssocID="{2D4FF261-8E80-48BA-889E-DBE833144B0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869E126-E433-B841-8D79-B047E7746BF4}" type="presOf" srcId="{433EFB07-C936-4C3D-B95C-B29BBD95A493}" destId="{314AD2E3-4920-9346-AA20-60BEB8EC9BD5}" srcOrd="1" destOrd="0" presId="urn:microsoft.com/office/officeart/2005/8/layout/vProcess5"/>
    <dgm:cxn modelId="{9414062D-99F0-4C5E-B63B-2B9B13F2C7FF}" srcId="{2D4FF261-8E80-48BA-889E-DBE833144B05}" destId="{3E02C92F-5449-4407-A218-111B26C3D1D5}" srcOrd="2" destOrd="0" parTransId="{F3484EBC-750A-45AA-B465-AA5BA12EBC9F}" sibTransId="{2D318F19-612A-4D7F-856B-7AE9A4C6A641}"/>
    <dgm:cxn modelId="{1567B32D-7C16-4C43-8947-DE0134FCC029}" srcId="{2D4FF261-8E80-48BA-889E-DBE833144B05}" destId="{8A740086-1DE3-48A2-8CE5-4D0335A014D3}" srcOrd="3" destOrd="0" parTransId="{F529DFDE-0374-4E76-9B91-12A8F8FDE7B2}" sibTransId="{8FC5CA49-6071-4571-8D26-708EFB17E5B7}"/>
    <dgm:cxn modelId="{4C3F624F-713C-7F47-8A37-C5578D193085}" type="presOf" srcId="{4F67D3EB-5365-4875-94DC-4104C90F451C}" destId="{57959FC4-D303-4947-BA62-8CC4F2303E21}" srcOrd="0" destOrd="0" presId="urn:microsoft.com/office/officeart/2005/8/layout/vProcess5"/>
    <dgm:cxn modelId="{080F8E58-6D93-DF43-B2E4-DDB909F21E5A}" type="presOf" srcId="{2D318F19-612A-4D7F-856B-7AE9A4C6A641}" destId="{79EBA588-04F1-C542-B1B4-4238DF5D21FC}" srcOrd="0" destOrd="0" presId="urn:microsoft.com/office/officeart/2005/8/layout/vProcess5"/>
    <dgm:cxn modelId="{656C766B-C8C7-7248-B033-81323569D29B}" type="presOf" srcId="{433EFB07-C936-4C3D-B95C-B29BBD95A493}" destId="{7C1E96B2-2CD9-9A4B-8153-3A8117358F7B}" srcOrd="0" destOrd="0" presId="urn:microsoft.com/office/officeart/2005/8/layout/vProcess5"/>
    <dgm:cxn modelId="{2B4DAF89-5C83-474A-B20E-68978922B67E}" type="presOf" srcId="{8A740086-1DE3-48A2-8CE5-4D0335A014D3}" destId="{029866A6-DF0E-9E47-B23D-3C1386937A83}" srcOrd="0" destOrd="0" presId="urn:microsoft.com/office/officeart/2005/8/layout/vProcess5"/>
    <dgm:cxn modelId="{C322FB90-0415-2841-BC0D-06BBC8B41524}" type="presOf" srcId="{2D4FF261-8E80-48BA-889E-DBE833144B05}" destId="{5F842EB7-C91D-F646-AE31-42AD95BE24C8}" srcOrd="0" destOrd="0" presId="urn:microsoft.com/office/officeart/2005/8/layout/vProcess5"/>
    <dgm:cxn modelId="{E846F695-A698-664C-B6B1-992D95C703F2}" type="presOf" srcId="{3E02C92F-5449-4407-A218-111B26C3D1D5}" destId="{34C5FD26-DA8E-C840-8F7E-75AE8A54B561}" srcOrd="0" destOrd="0" presId="urn:microsoft.com/office/officeart/2005/8/layout/vProcess5"/>
    <dgm:cxn modelId="{60235EC1-7940-5B45-AF56-41BB89759CBC}" type="presOf" srcId="{4F67D3EB-5365-4875-94DC-4104C90F451C}" destId="{A7906B99-A454-B944-8CCC-73415A943143}" srcOrd="1" destOrd="0" presId="urn:microsoft.com/office/officeart/2005/8/layout/vProcess5"/>
    <dgm:cxn modelId="{9B34DEC1-3FD5-2746-8367-5A27915B7872}" type="presOf" srcId="{B50D332A-ABBA-46EF-84A3-8C8EDA1277FC}" destId="{E010032D-C33B-CA49-B4F3-A32E80555E33}" srcOrd="0" destOrd="0" presId="urn:microsoft.com/office/officeart/2005/8/layout/vProcess5"/>
    <dgm:cxn modelId="{EBAE08CF-8A31-5F47-A8BE-59F20773CA34}" type="presOf" srcId="{3E02C92F-5449-4407-A218-111B26C3D1D5}" destId="{41DA2ACD-8E2B-0D46-B3DC-39C44BF2EEEA}" srcOrd="1" destOrd="0" presId="urn:microsoft.com/office/officeart/2005/8/layout/vProcess5"/>
    <dgm:cxn modelId="{BE246CDA-C460-4F1B-9F0F-521B7B6E0AB6}" srcId="{2D4FF261-8E80-48BA-889E-DBE833144B05}" destId="{433EFB07-C936-4C3D-B95C-B29BBD95A493}" srcOrd="0" destOrd="0" parTransId="{B0893D51-9591-4515-88CF-1F8FF9AB8646}" sibTransId="{B50D332A-ABBA-46EF-84A3-8C8EDA1277FC}"/>
    <dgm:cxn modelId="{F5A58CDE-5C7A-1648-9D36-31D5C36EB65C}" type="presOf" srcId="{0FBAAE61-A202-4A76-ABED-7E41FC20D27F}" destId="{38EDDA00-066A-A248-929B-DE93D75FA725}" srcOrd="0" destOrd="0" presId="urn:microsoft.com/office/officeart/2005/8/layout/vProcess5"/>
    <dgm:cxn modelId="{BBFA04EE-80F6-EC4D-853D-56E25149B5EE}" type="presOf" srcId="{8A740086-1DE3-48A2-8CE5-4D0335A014D3}" destId="{298344DE-AE2F-A04E-8A0B-D137AD98B9F3}" srcOrd="1" destOrd="0" presId="urn:microsoft.com/office/officeart/2005/8/layout/vProcess5"/>
    <dgm:cxn modelId="{B9A8FFFD-EFCD-4219-9603-AEACD8CACE08}" srcId="{2D4FF261-8E80-48BA-889E-DBE833144B05}" destId="{4F67D3EB-5365-4875-94DC-4104C90F451C}" srcOrd="1" destOrd="0" parTransId="{CA415911-2815-478D-A570-AA2601A332EC}" sibTransId="{0FBAAE61-A202-4A76-ABED-7E41FC20D27F}"/>
    <dgm:cxn modelId="{15B79A8F-6824-2A47-AF85-3418C2FDC471}" type="presParOf" srcId="{5F842EB7-C91D-F646-AE31-42AD95BE24C8}" destId="{BB6B7F46-80D1-B04B-B341-5437739ED373}" srcOrd="0" destOrd="0" presId="urn:microsoft.com/office/officeart/2005/8/layout/vProcess5"/>
    <dgm:cxn modelId="{DD495A71-EA7F-FA4B-99C9-2A00FA874A39}" type="presParOf" srcId="{5F842EB7-C91D-F646-AE31-42AD95BE24C8}" destId="{7C1E96B2-2CD9-9A4B-8153-3A8117358F7B}" srcOrd="1" destOrd="0" presId="urn:microsoft.com/office/officeart/2005/8/layout/vProcess5"/>
    <dgm:cxn modelId="{163931A0-08AB-5743-A684-CB0D2337C7AC}" type="presParOf" srcId="{5F842EB7-C91D-F646-AE31-42AD95BE24C8}" destId="{57959FC4-D303-4947-BA62-8CC4F2303E21}" srcOrd="2" destOrd="0" presId="urn:microsoft.com/office/officeart/2005/8/layout/vProcess5"/>
    <dgm:cxn modelId="{818D6416-FA17-A645-8024-7E0D6D9D9374}" type="presParOf" srcId="{5F842EB7-C91D-F646-AE31-42AD95BE24C8}" destId="{34C5FD26-DA8E-C840-8F7E-75AE8A54B561}" srcOrd="3" destOrd="0" presId="urn:microsoft.com/office/officeart/2005/8/layout/vProcess5"/>
    <dgm:cxn modelId="{BB4A145D-A287-CA43-9EBB-8C92EBE89A0B}" type="presParOf" srcId="{5F842EB7-C91D-F646-AE31-42AD95BE24C8}" destId="{029866A6-DF0E-9E47-B23D-3C1386937A83}" srcOrd="4" destOrd="0" presId="urn:microsoft.com/office/officeart/2005/8/layout/vProcess5"/>
    <dgm:cxn modelId="{8F9D9687-0A87-ED41-ADE1-A7104D9562FB}" type="presParOf" srcId="{5F842EB7-C91D-F646-AE31-42AD95BE24C8}" destId="{E010032D-C33B-CA49-B4F3-A32E80555E33}" srcOrd="5" destOrd="0" presId="urn:microsoft.com/office/officeart/2005/8/layout/vProcess5"/>
    <dgm:cxn modelId="{2DEFD07B-C051-934D-8655-FF4F21A4D65B}" type="presParOf" srcId="{5F842EB7-C91D-F646-AE31-42AD95BE24C8}" destId="{38EDDA00-066A-A248-929B-DE93D75FA725}" srcOrd="6" destOrd="0" presId="urn:microsoft.com/office/officeart/2005/8/layout/vProcess5"/>
    <dgm:cxn modelId="{FA3E1A0D-73E5-4544-B974-3A41A92B8FF5}" type="presParOf" srcId="{5F842EB7-C91D-F646-AE31-42AD95BE24C8}" destId="{79EBA588-04F1-C542-B1B4-4238DF5D21FC}" srcOrd="7" destOrd="0" presId="urn:microsoft.com/office/officeart/2005/8/layout/vProcess5"/>
    <dgm:cxn modelId="{CB0D45D3-4E90-C249-A866-2379B36DC230}" type="presParOf" srcId="{5F842EB7-C91D-F646-AE31-42AD95BE24C8}" destId="{314AD2E3-4920-9346-AA20-60BEB8EC9BD5}" srcOrd="8" destOrd="0" presId="urn:microsoft.com/office/officeart/2005/8/layout/vProcess5"/>
    <dgm:cxn modelId="{D3EB2D36-4E47-A947-BC9E-0190EDB3AD0A}" type="presParOf" srcId="{5F842EB7-C91D-F646-AE31-42AD95BE24C8}" destId="{A7906B99-A454-B944-8CCC-73415A943143}" srcOrd="9" destOrd="0" presId="urn:microsoft.com/office/officeart/2005/8/layout/vProcess5"/>
    <dgm:cxn modelId="{4031BDBF-8687-0248-8379-D194F3F3BEC8}" type="presParOf" srcId="{5F842EB7-C91D-F646-AE31-42AD95BE24C8}" destId="{41DA2ACD-8E2B-0D46-B3DC-39C44BF2EEEA}" srcOrd="10" destOrd="0" presId="urn:microsoft.com/office/officeart/2005/8/layout/vProcess5"/>
    <dgm:cxn modelId="{9929831D-3400-C44B-84B8-3B693CF87ABE}" type="presParOf" srcId="{5F842EB7-C91D-F646-AE31-42AD95BE24C8}" destId="{298344DE-AE2F-A04E-8A0B-D137AD98B9F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D3CA7E-9362-4B05-AE84-B68D7B7F1CB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ADD75D-FDD1-4343-B46A-2A98E1BB0F97}">
      <dgm:prSet/>
      <dgm:spPr/>
      <dgm:t>
        <a:bodyPr/>
        <a:lstStyle/>
        <a:p>
          <a:r>
            <a:rPr lang="en-US" b="1"/>
            <a:t>Users:</a:t>
          </a:r>
          <a:r>
            <a:rPr lang="en-US"/>
            <a:t> Want all apps on any device without barriers and the users who would like to use only one application to download on any store.</a:t>
          </a:r>
        </a:p>
      </dgm:t>
    </dgm:pt>
    <dgm:pt modelId="{23EE7293-6BCB-4A3F-AD66-B08BDC043AE9}" type="parTrans" cxnId="{AF1E326A-F390-4160-9C11-6341D8BB0388}">
      <dgm:prSet/>
      <dgm:spPr/>
      <dgm:t>
        <a:bodyPr/>
        <a:lstStyle/>
        <a:p>
          <a:endParaRPr lang="en-US"/>
        </a:p>
      </dgm:t>
    </dgm:pt>
    <dgm:pt modelId="{32E4033F-6176-43AB-B9CF-0198978F9900}" type="sibTrans" cxnId="{AF1E326A-F390-4160-9C11-6341D8BB0388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D7C49D3E-DE4D-4526-915C-54DC7EA3396F}">
      <dgm:prSet/>
      <dgm:spPr/>
      <dgm:t>
        <a:bodyPr/>
        <a:lstStyle/>
        <a:p>
          <a:r>
            <a:rPr lang="en-US" b="1" dirty="0"/>
            <a:t>Developers:</a:t>
          </a:r>
          <a:r>
            <a:rPr lang="en-US" dirty="0"/>
            <a:t> Want a single store to distribute worldwide and reduce the distribution fee.</a:t>
          </a:r>
        </a:p>
      </dgm:t>
    </dgm:pt>
    <dgm:pt modelId="{07B04E30-3DF1-43EF-97D8-9FAF4CF1DA40}" type="parTrans" cxnId="{52D7D52A-A507-430C-AB37-345FD865D590}">
      <dgm:prSet/>
      <dgm:spPr/>
      <dgm:t>
        <a:bodyPr/>
        <a:lstStyle/>
        <a:p>
          <a:endParaRPr lang="en-US"/>
        </a:p>
      </dgm:t>
    </dgm:pt>
    <dgm:pt modelId="{58FBB3A4-9948-48F9-A978-2607EAE56095}" type="sibTrans" cxnId="{52D7D52A-A507-430C-AB37-345FD865D590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86CFD719-34FD-4095-AC61-410BF721E0E1}">
      <dgm:prSet/>
      <dgm:spPr/>
      <dgm:t>
        <a:bodyPr/>
        <a:lstStyle/>
        <a:p>
          <a:r>
            <a:rPr lang="en-US" b="1"/>
            <a:t>Businesses:</a:t>
          </a:r>
          <a:r>
            <a:rPr lang="en-US"/>
            <a:t> Want cross-platform deployment without IT headaches.</a:t>
          </a:r>
        </a:p>
      </dgm:t>
    </dgm:pt>
    <dgm:pt modelId="{CB95F12D-4C17-4948-A2F8-EF4BCC5E706D}" type="parTrans" cxnId="{58C3DCF3-6EFB-4B3B-9B15-351C13CCD414}">
      <dgm:prSet/>
      <dgm:spPr/>
      <dgm:t>
        <a:bodyPr/>
        <a:lstStyle/>
        <a:p>
          <a:endParaRPr lang="en-US"/>
        </a:p>
      </dgm:t>
    </dgm:pt>
    <dgm:pt modelId="{C1295A16-C8F1-45E1-A655-70FE769C2924}" type="sibTrans" cxnId="{58C3DCF3-6EFB-4B3B-9B15-351C13CCD414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7E938DB7-E669-294F-B58D-DCC84C9D4F06}" type="pres">
      <dgm:prSet presAssocID="{75D3CA7E-9362-4B05-AE84-B68D7B7F1CB5}" presName="Name0" presStyleCnt="0">
        <dgm:presLayoutVars>
          <dgm:animLvl val="lvl"/>
          <dgm:resizeHandles val="exact"/>
        </dgm:presLayoutVars>
      </dgm:prSet>
      <dgm:spPr/>
    </dgm:pt>
    <dgm:pt modelId="{AB1927A1-0447-B548-8026-835A41AA126E}" type="pres">
      <dgm:prSet presAssocID="{E4ADD75D-FDD1-4343-B46A-2A98E1BB0F97}" presName="compositeNode" presStyleCnt="0">
        <dgm:presLayoutVars>
          <dgm:bulletEnabled val="1"/>
        </dgm:presLayoutVars>
      </dgm:prSet>
      <dgm:spPr/>
    </dgm:pt>
    <dgm:pt modelId="{48B25A74-21F2-C346-93EF-2E332EDDB079}" type="pres">
      <dgm:prSet presAssocID="{E4ADD75D-FDD1-4343-B46A-2A98E1BB0F97}" presName="bgRect" presStyleLbl="alignNode1" presStyleIdx="0" presStyleCnt="3"/>
      <dgm:spPr/>
    </dgm:pt>
    <dgm:pt modelId="{C073FFB2-E8AF-9548-9672-99D64D5E6967}" type="pres">
      <dgm:prSet presAssocID="{32E4033F-6176-43AB-B9CF-0198978F990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F3247F86-E03F-A343-A58B-26317ED3243F}" type="pres">
      <dgm:prSet presAssocID="{E4ADD75D-FDD1-4343-B46A-2A98E1BB0F97}" presName="nodeRect" presStyleLbl="alignNode1" presStyleIdx="0" presStyleCnt="3">
        <dgm:presLayoutVars>
          <dgm:bulletEnabled val="1"/>
        </dgm:presLayoutVars>
      </dgm:prSet>
      <dgm:spPr/>
    </dgm:pt>
    <dgm:pt modelId="{BFC5331C-D579-A34F-BCD6-555A98E482B0}" type="pres">
      <dgm:prSet presAssocID="{32E4033F-6176-43AB-B9CF-0198978F9900}" presName="sibTrans" presStyleCnt="0"/>
      <dgm:spPr/>
    </dgm:pt>
    <dgm:pt modelId="{D292C158-08D7-934A-A40D-679A59DFA29F}" type="pres">
      <dgm:prSet presAssocID="{D7C49D3E-DE4D-4526-915C-54DC7EA3396F}" presName="compositeNode" presStyleCnt="0">
        <dgm:presLayoutVars>
          <dgm:bulletEnabled val="1"/>
        </dgm:presLayoutVars>
      </dgm:prSet>
      <dgm:spPr/>
    </dgm:pt>
    <dgm:pt modelId="{B6623AEA-3D5B-D147-B4E7-A5260F57DB01}" type="pres">
      <dgm:prSet presAssocID="{D7C49D3E-DE4D-4526-915C-54DC7EA3396F}" presName="bgRect" presStyleLbl="alignNode1" presStyleIdx="1" presStyleCnt="3"/>
      <dgm:spPr/>
    </dgm:pt>
    <dgm:pt modelId="{5B1A29DC-E647-034C-9230-8AD40F3A3849}" type="pres">
      <dgm:prSet presAssocID="{58FBB3A4-9948-48F9-A978-2607EAE56095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972FE19-6387-C848-AABE-7AB6778079CC}" type="pres">
      <dgm:prSet presAssocID="{D7C49D3E-DE4D-4526-915C-54DC7EA3396F}" presName="nodeRect" presStyleLbl="alignNode1" presStyleIdx="1" presStyleCnt="3">
        <dgm:presLayoutVars>
          <dgm:bulletEnabled val="1"/>
        </dgm:presLayoutVars>
      </dgm:prSet>
      <dgm:spPr/>
    </dgm:pt>
    <dgm:pt modelId="{C8806735-496D-3C43-A424-397497F5E33B}" type="pres">
      <dgm:prSet presAssocID="{58FBB3A4-9948-48F9-A978-2607EAE56095}" presName="sibTrans" presStyleCnt="0"/>
      <dgm:spPr/>
    </dgm:pt>
    <dgm:pt modelId="{8EE712F1-7EB2-B541-965F-7FA83E7996FD}" type="pres">
      <dgm:prSet presAssocID="{86CFD719-34FD-4095-AC61-410BF721E0E1}" presName="compositeNode" presStyleCnt="0">
        <dgm:presLayoutVars>
          <dgm:bulletEnabled val="1"/>
        </dgm:presLayoutVars>
      </dgm:prSet>
      <dgm:spPr/>
    </dgm:pt>
    <dgm:pt modelId="{17927F49-6DB3-5245-AC2B-415A64C4E586}" type="pres">
      <dgm:prSet presAssocID="{86CFD719-34FD-4095-AC61-410BF721E0E1}" presName="bgRect" presStyleLbl="alignNode1" presStyleIdx="2" presStyleCnt="3"/>
      <dgm:spPr/>
    </dgm:pt>
    <dgm:pt modelId="{71B25A6D-4E1F-1740-8765-797C93420592}" type="pres">
      <dgm:prSet presAssocID="{C1295A16-C8F1-45E1-A655-70FE769C2924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88CCD0CB-61CC-2F4F-AEEC-A8456577D822}" type="pres">
      <dgm:prSet presAssocID="{86CFD719-34FD-4095-AC61-410BF721E0E1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980123-3B82-184C-8081-C41FC8AB66F1}" type="presOf" srcId="{D7C49D3E-DE4D-4526-915C-54DC7EA3396F}" destId="{C972FE19-6387-C848-AABE-7AB6778079CC}" srcOrd="1" destOrd="0" presId="urn:microsoft.com/office/officeart/2016/7/layout/LinearBlockProcessNumbered"/>
    <dgm:cxn modelId="{52D7D52A-A507-430C-AB37-345FD865D590}" srcId="{75D3CA7E-9362-4B05-AE84-B68D7B7F1CB5}" destId="{D7C49D3E-DE4D-4526-915C-54DC7EA3396F}" srcOrd="1" destOrd="0" parTransId="{07B04E30-3DF1-43EF-97D8-9FAF4CF1DA40}" sibTransId="{58FBB3A4-9948-48F9-A978-2607EAE56095}"/>
    <dgm:cxn modelId="{E3785446-67BD-D749-BB3B-1DFC5FB604CA}" type="presOf" srcId="{86CFD719-34FD-4095-AC61-410BF721E0E1}" destId="{88CCD0CB-61CC-2F4F-AEEC-A8456577D822}" srcOrd="1" destOrd="0" presId="urn:microsoft.com/office/officeart/2016/7/layout/LinearBlockProcessNumbered"/>
    <dgm:cxn modelId="{EBE51B57-DE8E-2747-AC9E-B712DFC98EA6}" type="presOf" srcId="{E4ADD75D-FDD1-4343-B46A-2A98E1BB0F97}" destId="{F3247F86-E03F-A343-A58B-26317ED3243F}" srcOrd="1" destOrd="0" presId="urn:microsoft.com/office/officeart/2016/7/layout/LinearBlockProcessNumbered"/>
    <dgm:cxn modelId="{AF1E326A-F390-4160-9C11-6341D8BB0388}" srcId="{75D3CA7E-9362-4B05-AE84-B68D7B7F1CB5}" destId="{E4ADD75D-FDD1-4343-B46A-2A98E1BB0F97}" srcOrd="0" destOrd="0" parTransId="{23EE7293-6BCB-4A3F-AD66-B08BDC043AE9}" sibTransId="{32E4033F-6176-43AB-B9CF-0198978F9900}"/>
    <dgm:cxn modelId="{D6E6B273-2E56-3540-8BF8-EA70C559818B}" type="presOf" srcId="{86CFD719-34FD-4095-AC61-410BF721E0E1}" destId="{17927F49-6DB3-5245-AC2B-415A64C4E586}" srcOrd="0" destOrd="0" presId="urn:microsoft.com/office/officeart/2016/7/layout/LinearBlockProcessNumbered"/>
    <dgm:cxn modelId="{48F8C587-9190-084F-976B-F336D2C01FD0}" type="presOf" srcId="{75D3CA7E-9362-4B05-AE84-B68D7B7F1CB5}" destId="{7E938DB7-E669-294F-B58D-DCC84C9D4F06}" srcOrd="0" destOrd="0" presId="urn:microsoft.com/office/officeart/2016/7/layout/LinearBlockProcessNumbered"/>
    <dgm:cxn modelId="{7088018E-2AC0-C94E-9B69-3D05EFE97C3D}" type="presOf" srcId="{D7C49D3E-DE4D-4526-915C-54DC7EA3396F}" destId="{B6623AEA-3D5B-D147-B4E7-A5260F57DB01}" srcOrd="0" destOrd="0" presId="urn:microsoft.com/office/officeart/2016/7/layout/LinearBlockProcessNumbered"/>
    <dgm:cxn modelId="{80B256B2-67B5-DF4B-9AFA-E3FCAF51ED4B}" type="presOf" srcId="{C1295A16-C8F1-45E1-A655-70FE769C2924}" destId="{71B25A6D-4E1F-1740-8765-797C93420592}" srcOrd="0" destOrd="0" presId="urn:microsoft.com/office/officeart/2016/7/layout/LinearBlockProcessNumbered"/>
    <dgm:cxn modelId="{EDEBA8BB-5328-BB44-86DB-45123E1D341E}" type="presOf" srcId="{58FBB3A4-9948-48F9-A978-2607EAE56095}" destId="{5B1A29DC-E647-034C-9230-8AD40F3A3849}" srcOrd="0" destOrd="0" presId="urn:microsoft.com/office/officeart/2016/7/layout/LinearBlockProcessNumbered"/>
    <dgm:cxn modelId="{57206CDA-EA15-4F43-A2BC-B5900567B98D}" type="presOf" srcId="{32E4033F-6176-43AB-B9CF-0198978F9900}" destId="{C073FFB2-E8AF-9548-9672-99D64D5E6967}" srcOrd="0" destOrd="0" presId="urn:microsoft.com/office/officeart/2016/7/layout/LinearBlockProcessNumbered"/>
    <dgm:cxn modelId="{067019E8-D675-514D-8D3D-C36BE7E875BB}" type="presOf" srcId="{E4ADD75D-FDD1-4343-B46A-2A98E1BB0F97}" destId="{48B25A74-21F2-C346-93EF-2E332EDDB079}" srcOrd="0" destOrd="0" presId="urn:microsoft.com/office/officeart/2016/7/layout/LinearBlockProcessNumbered"/>
    <dgm:cxn modelId="{58C3DCF3-6EFB-4B3B-9B15-351C13CCD414}" srcId="{75D3CA7E-9362-4B05-AE84-B68D7B7F1CB5}" destId="{86CFD719-34FD-4095-AC61-410BF721E0E1}" srcOrd="2" destOrd="0" parTransId="{CB95F12D-4C17-4948-A2F8-EF4BCC5E706D}" sibTransId="{C1295A16-C8F1-45E1-A655-70FE769C2924}"/>
    <dgm:cxn modelId="{1650CEF6-9EC4-C145-A4DB-D604D5830966}" type="presParOf" srcId="{7E938DB7-E669-294F-B58D-DCC84C9D4F06}" destId="{AB1927A1-0447-B548-8026-835A41AA126E}" srcOrd="0" destOrd="0" presId="urn:microsoft.com/office/officeart/2016/7/layout/LinearBlockProcessNumbered"/>
    <dgm:cxn modelId="{E8A7E23A-A318-2544-AA82-07E8568E885D}" type="presParOf" srcId="{AB1927A1-0447-B548-8026-835A41AA126E}" destId="{48B25A74-21F2-C346-93EF-2E332EDDB079}" srcOrd="0" destOrd="0" presId="urn:microsoft.com/office/officeart/2016/7/layout/LinearBlockProcessNumbered"/>
    <dgm:cxn modelId="{8ED94CC9-B9F5-E946-999C-3B9DDDE98856}" type="presParOf" srcId="{AB1927A1-0447-B548-8026-835A41AA126E}" destId="{C073FFB2-E8AF-9548-9672-99D64D5E6967}" srcOrd="1" destOrd="0" presId="urn:microsoft.com/office/officeart/2016/7/layout/LinearBlockProcessNumbered"/>
    <dgm:cxn modelId="{282A4442-DFFA-8E47-8AAA-2F73B1979406}" type="presParOf" srcId="{AB1927A1-0447-B548-8026-835A41AA126E}" destId="{F3247F86-E03F-A343-A58B-26317ED3243F}" srcOrd="2" destOrd="0" presId="urn:microsoft.com/office/officeart/2016/7/layout/LinearBlockProcessNumbered"/>
    <dgm:cxn modelId="{B574B540-0089-B440-A9B7-04EBDB471702}" type="presParOf" srcId="{7E938DB7-E669-294F-B58D-DCC84C9D4F06}" destId="{BFC5331C-D579-A34F-BCD6-555A98E482B0}" srcOrd="1" destOrd="0" presId="urn:microsoft.com/office/officeart/2016/7/layout/LinearBlockProcessNumbered"/>
    <dgm:cxn modelId="{7EC93AD0-6B08-BD45-B752-D0FF2D07C56E}" type="presParOf" srcId="{7E938DB7-E669-294F-B58D-DCC84C9D4F06}" destId="{D292C158-08D7-934A-A40D-679A59DFA29F}" srcOrd="2" destOrd="0" presId="urn:microsoft.com/office/officeart/2016/7/layout/LinearBlockProcessNumbered"/>
    <dgm:cxn modelId="{925B7BCC-5E83-D64B-9A8E-40DE1944674C}" type="presParOf" srcId="{D292C158-08D7-934A-A40D-679A59DFA29F}" destId="{B6623AEA-3D5B-D147-B4E7-A5260F57DB01}" srcOrd="0" destOrd="0" presId="urn:microsoft.com/office/officeart/2016/7/layout/LinearBlockProcessNumbered"/>
    <dgm:cxn modelId="{CFA1C4D2-6AC4-3445-A460-1C3BB6FA6B1C}" type="presParOf" srcId="{D292C158-08D7-934A-A40D-679A59DFA29F}" destId="{5B1A29DC-E647-034C-9230-8AD40F3A3849}" srcOrd="1" destOrd="0" presId="urn:microsoft.com/office/officeart/2016/7/layout/LinearBlockProcessNumbered"/>
    <dgm:cxn modelId="{EB8BB6B3-D2A7-964C-A823-75686C4822FE}" type="presParOf" srcId="{D292C158-08D7-934A-A40D-679A59DFA29F}" destId="{C972FE19-6387-C848-AABE-7AB6778079CC}" srcOrd="2" destOrd="0" presId="urn:microsoft.com/office/officeart/2016/7/layout/LinearBlockProcessNumbered"/>
    <dgm:cxn modelId="{87F5698A-68A7-E24D-A956-30D32E181ED9}" type="presParOf" srcId="{7E938DB7-E669-294F-B58D-DCC84C9D4F06}" destId="{C8806735-496D-3C43-A424-397497F5E33B}" srcOrd="3" destOrd="0" presId="urn:microsoft.com/office/officeart/2016/7/layout/LinearBlockProcessNumbered"/>
    <dgm:cxn modelId="{264734A4-9EB4-8849-9A04-BAF0ADB292C2}" type="presParOf" srcId="{7E938DB7-E669-294F-B58D-DCC84C9D4F06}" destId="{8EE712F1-7EB2-B541-965F-7FA83E7996FD}" srcOrd="4" destOrd="0" presId="urn:microsoft.com/office/officeart/2016/7/layout/LinearBlockProcessNumbered"/>
    <dgm:cxn modelId="{6E5333C0-A9F8-EA4E-855C-B45E094390A7}" type="presParOf" srcId="{8EE712F1-7EB2-B541-965F-7FA83E7996FD}" destId="{17927F49-6DB3-5245-AC2B-415A64C4E586}" srcOrd="0" destOrd="0" presId="urn:microsoft.com/office/officeart/2016/7/layout/LinearBlockProcessNumbered"/>
    <dgm:cxn modelId="{E8D2C926-9ACC-C840-8BAA-EAA24ED905E8}" type="presParOf" srcId="{8EE712F1-7EB2-B541-965F-7FA83E7996FD}" destId="{71B25A6D-4E1F-1740-8765-797C93420592}" srcOrd="1" destOrd="0" presId="urn:microsoft.com/office/officeart/2016/7/layout/LinearBlockProcessNumbered"/>
    <dgm:cxn modelId="{90940034-FB2D-444E-811B-1C0F294CEB4B}" type="presParOf" srcId="{8EE712F1-7EB2-B541-965F-7FA83E7996FD}" destId="{88CCD0CB-61CC-2F4F-AEEC-A8456577D82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C14E90-9FF7-4F20-B7ED-76930731CA6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2695D5-D872-4ACC-ABF6-9244FC7BBB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Unlike Play Store, App Store, or Epic – </a:t>
          </a:r>
          <a:r>
            <a:rPr lang="en-US" b="1" dirty="0"/>
            <a:t>Spunvice is not OS-locked</a:t>
          </a:r>
          <a:r>
            <a:rPr lang="en-US" dirty="0"/>
            <a:t>.</a:t>
          </a:r>
        </a:p>
      </dgm:t>
    </dgm:pt>
    <dgm:pt modelId="{6740FE24-3FB9-4E63-990E-1D984E7CA78C}" type="parTrans" cxnId="{19E3BE36-9C8E-4B9D-B5DD-8B0C968D1CCA}">
      <dgm:prSet/>
      <dgm:spPr/>
      <dgm:t>
        <a:bodyPr/>
        <a:lstStyle/>
        <a:p>
          <a:endParaRPr lang="en-US"/>
        </a:p>
      </dgm:t>
    </dgm:pt>
    <dgm:pt modelId="{879C33FC-77DE-475A-9394-E97381CD2C8B}" type="sibTrans" cxnId="{19E3BE36-9C8E-4B9D-B5DD-8B0C968D1CCA}">
      <dgm:prSet/>
      <dgm:spPr/>
      <dgm:t>
        <a:bodyPr/>
        <a:lstStyle/>
        <a:p>
          <a:endParaRPr lang="en-US"/>
        </a:p>
      </dgm:t>
    </dgm:pt>
    <dgm:pt modelId="{07744965-2055-4D05-A010-6C815EF7AD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Automated engine ensures zero manual setup.</a:t>
          </a:r>
        </a:p>
      </dgm:t>
    </dgm:pt>
    <dgm:pt modelId="{EE4F223C-55EA-4DB2-B63E-53BDBB84034B}" type="parTrans" cxnId="{3F45C7A6-4B5D-433C-83A4-B5EB58EE4248}">
      <dgm:prSet/>
      <dgm:spPr/>
      <dgm:t>
        <a:bodyPr/>
        <a:lstStyle/>
        <a:p>
          <a:endParaRPr lang="en-US"/>
        </a:p>
      </dgm:t>
    </dgm:pt>
    <dgm:pt modelId="{39DFBC42-2347-4069-B16F-7377CA5310CF}" type="sibTrans" cxnId="{3F45C7A6-4B5D-433C-83A4-B5EB58EE4248}">
      <dgm:prSet/>
      <dgm:spPr/>
      <dgm:t>
        <a:bodyPr/>
        <a:lstStyle/>
        <a:p>
          <a:endParaRPr lang="en-US"/>
        </a:p>
      </dgm:t>
    </dgm:pt>
    <dgm:pt modelId="{3DF9A8D4-772F-4AA3-93F6-5F378C0791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Integrated developer dashboard for analytics, feedback, and monetization.</a:t>
          </a:r>
        </a:p>
      </dgm:t>
    </dgm:pt>
    <dgm:pt modelId="{237C0C4D-07F9-436F-AA31-371DCE2B830C}" type="parTrans" cxnId="{2A9E4686-9A77-4B44-B000-DE30A8389EA0}">
      <dgm:prSet/>
      <dgm:spPr/>
      <dgm:t>
        <a:bodyPr/>
        <a:lstStyle/>
        <a:p>
          <a:endParaRPr lang="en-US"/>
        </a:p>
      </dgm:t>
    </dgm:pt>
    <dgm:pt modelId="{C4AAE039-F313-40BF-8240-9744576165DA}" type="sibTrans" cxnId="{2A9E4686-9A77-4B44-B000-DE30A8389EA0}">
      <dgm:prSet/>
      <dgm:spPr/>
      <dgm:t>
        <a:bodyPr/>
        <a:lstStyle/>
        <a:p>
          <a:endParaRPr lang="en-US"/>
        </a:p>
      </dgm:t>
    </dgm:pt>
    <dgm:pt modelId="{DEFF726D-CAD7-4281-B299-7E5535EE1DAD}" type="pres">
      <dgm:prSet presAssocID="{0CC14E90-9FF7-4F20-B7ED-76930731CA6F}" presName="root" presStyleCnt="0">
        <dgm:presLayoutVars>
          <dgm:dir/>
          <dgm:resizeHandles val="exact"/>
        </dgm:presLayoutVars>
      </dgm:prSet>
      <dgm:spPr/>
    </dgm:pt>
    <dgm:pt modelId="{6708568B-E0C7-4EDC-BF55-9F601601ACB9}" type="pres">
      <dgm:prSet presAssocID="{EB2695D5-D872-4ACC-ABF6-9244FC7BBBE3}" presName="compNode" presStyleCnt="0"/>
      <dgm:spPr/>
    </dgm:pt>
    <dgm:pt modelId="{9289F5C4-EFAC-4FED-9F95-E0508D498650}" type="pres">
      <dgm:prSet presAssocID="{EB2695D5-D872-4ACC-ABF6-9244FC7BBBE3}" presName="bgRect" presStyleLbl="bgShp" presStyleIdx="0" presStyleCnt="3"/>
      <dgm:spPr/>
    </dgm:pt>
    <dgm:pt modelId="{CF128A0A-BC68-4518-BCF0-D7B0763764FA}" type="pres">
      <dgm:prSet presAssocID="{EB2695D5-D872-4ACC-ABF6-9244FC7BBB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600D0A1-E783-44D8-9841-E817C6A1C002}" type="pres">
      <dgm:prSet presAssocID="{EB2695D5-D872-4ACC-ABF6-9244FC7BBBE3}" presName="spaceRect" presStyleCnt="0"/>
      <dgm:spPr/>
    </dgm:pt>
    <dgm:pt modelId="{FFBF1BF5-2B4E-4B40-AC47-E90E7595E616}" type="pres">
      <dgm:prSet presAssocID="{EB2695D5-D872-4ACC-ABF6-9244FC7BBBE3}" presName="parTx" presStyleLbl="revTx" presStyleIdx="0" presStyleCnt="3">
        <dgm:presLayoutVars>
          <dgm:chMax val="0"/>
          <dgm:chPref val="0"/>
        </dgm:presLayoutVars>
      </dgm:prSet>
      <dgm:spPr/>
    </dgm:pt>
    <dgm:pt modelId="{890FBE46-ACC0-4EAC-A68D-A7EC3BFEE276}" type="pres">
      <dgm:prSet presAssocID="{879C33FC-77DE-475A-9394-E97381CD2C8B}" presName="sibTrans" presStyleCnt="0"/>
      <dgm:spPr/>
    </dgm:pt>
    <dgm:pt modelId="{E408A836-BBEC-4102-82FA-41996557AE9F}" type="pres">
      <dgm:prSet presAssocID="{07744965-2055-4D05-A010-6C815EF7AD49}" presName="compNode" presStyleCnt="0"/>
      <dgm:spPr/>
    </dgm:pt>
    <dgm:pt modelId="{E08B68EB-1FAA-4CCA-A5D1-DDBC52037393}" type="pres">
      <dgm:prSet presAssocID="{07744965-2055-4D05-A010-6C815EF7AD49}" presName="bgRect" presStyleLbl="bgShp" presStyleIdx="1" presStyleCnt="3"/>
      <dgm:spPr/>
    </dgm:pt>
    <dgm:pt modelId="{1589ADA9-58AF-4A57-9D24-DDEA781D51C4}" type="pres">
      <dgm:prSet presAssocID="{07744965-2055-4D05-A010-6C815EF7AD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6B94960-E6D1-4B47-A1EB-4FC0A3231829}" type="pres">
      <dgm:prSet presAssocID="{07744965-2055-4D05-A010-6C815EF7AD49}" presName="spaceRect" presStyleCnt="0"/>
      <dgm:spPr/>
    </dgm:pt>
    <dgm:pt modelId="{6DB446AE-29AF-43C0-BA2E-C2C0AE28FB07}" type="pres">
      <dgm:prSet presAssocID="{07744965-2055-4D05-A010-6C815EF7AD49}" presName="parTx" presStyleLbl="revTx" presStyleIdx="1" presStyleCnt="3">
        <dgm:presLayoutVars>
          <dgm:chMax val="0"/>
          <dgm:chPref val="0"/>
        </dgm:presLayoutVars>
      </dgm:prSet>
      <dgm:spPr/>
    </dgm:pt>
    <dgm:pt modelId="{394A4982-0148-4F52-91D2-48451CD41D28}" type="pres">
      <dgm:prSet presAssocID="{39DFBC42-2347-4069-B16F-7377CA5310CF}" presName="sibTrans" presStyleCnt="0"/>
      <dgm:spPr/>
    </dgm:pt>
    <dgm:pt modelId="{C7D446D5-1AA5-4747-9B5D-A780B65DADF8}" type="pres">
      <dgm:prSet presAssocID="{3DF9A8D4-772F-4AA3-93F6-5F378C079119}" presName="compNode" presStyleCnt="0"/>
      <dgm:spPr/>
    </dgm:pt>
    <dgm:pt modelId="{33BFA417-7F5F-44FE-ABBA-627936C7BA82}" type="pres">
      <dgm:prSet presAssocID="{3DF9A8D4-772F-4AA3-93F6-5F378C079119}" presName="bgRect" presStyleLbl="bgShp" presStyleIdx="2" presStyleCnt="3"/>
      <dgm:spPr/>
    </dgm:pt>
    <dgm:pt modelId="{BC1BC5AA-C2EA-4D9C-B21D-40810C88B433}" type="pres">
      <dgm:prSet presAssocID="{3DF9A8D4-772F-4AA3-93F6-5F378C0791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D4CD2BFC-FA10-4414-BF37-5457A8FED5C5}" type="pres">
      <dgm:prSet presAssocID="{3DF9A8D4-772F-4AA3-93F6-5F378C079119}" presName="spaceRect" presStyleCnt="0"/>
      <dgm:spPr/>
    </dgm:pt>
    <dgm:pt modelId="{EF876765-1BA7-4582-B6D2-EAC1C9782402}" type="pres">
      <dgm:prSet presAssocID="{3DF9A8D4-772F-4AA3-93F6-5F378C07911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9E3BE36-9C8E-4B9D-B5DD-8B0C968D1CCA}" srcId="{0CC14E90-9FF7-4F20-B7ED-76930731CA6F}" destId="{EB2695D5-D872-4ACC-ABF6-9244FC7BBBE3}" srcOrd="0" destOrd="0" parTransId="{6740FE24-3FB9-4E63-990E-1D984E7CA78C}" sibTransId="{879C33FC-77DE-475A-9394-E97381CD2C8B}"/>
    <dgm:cxn modelId="{4CC0AB48-7BD8-469E-A326-A80274EFA80B}" type="presOf" srcId="{07744965-2055-4D05-A010-6C815EF7AD49}" destId="{6DB446AE-29AF-43C0-BA2E-C2C0AE28FB07}" srcOrd="0" destOrd="0" presId="urn:microsoft.com/office/officeart/2018/2/layout/IconVerticalSolidList"/>
    <dgm:cxn modelId="{A96B5B4A-B1E4-489F-8F8D-FBBB8E4024A9}" type="presOf" srcId="{3DF9A8D4-772F-4AA3-93F6-5F378C079119}" destId="{EF876765-1BA7-4582-B6D2-EAC1C9782402}" srcOrd="0" destOrd="0" presId="urn:microsoft.com/office/officeart/2018/2/layout/IconVerticalSolidList"/>
    <dgm:cxn modelId="{DB6FB66B-33F6-4172-806A-33833BBC3E6C}" type="presOf" srcId="{EB2695D5-D872-4ACC-ABF6-9244FC7BBBE3}" destId="{FFBF1BF5-2B4E-4B40-AC47-E90E7595E616}" srcOrd="0" destOrd="0" presId="urn:microsoft.com/office/officeart/2018/2/layout/IconVerticalSolidList"/>
    <dgm:cxn modelId="{2A9E4686-9A77-4B44-B000-DE30A8389EA0}" srcId="{0CC14E90-9FF7-4F20-B7ED-76930731CA6F}" destId="{3DF9A8D4-772F-4AA3-93F6-5F378C079119}" srcOrd="2" destOrd="0" parTransId="{237C0C4D-07F9-436F-AA31-371DCE2B830C}" sibTransId="{C4AAE039-F313-40BF-8240-9744576165DA}"/>
    <dgm:cxn modelId="{3F45C7A6-4B5D-433C-83A4-B5EB58EE4248}" srcId="{0CC14E90-9FF7-4F20-B7ED-76930731CA6F}" destId="{07744965-2055-4D05-A010-6C815EF7AD49}" srcOrd="1" destOrd="0" parTransId="{EE4F223C-55EA-4DB2-B63E-53BDBB84034B}" sibTransId="{39DFBC42-2347-4069-B16F-7377CA5310CF}"/>
    <dgm:cxn modelId="{2C8485AC-BA3A-4838-9EF6-D554C9B072AA}" type="presOf" srcId="{0CC14E90-9FF7-4F20-B7ED-76930731CA6F}" destId="{DEFF726D-CAD7-4281-B299-7E5535EE1DAD}" srcOrd="0" destOrd="0" presId="urn:microsoft.com/office/officeart/2018/2/layout/IconVerticalSolidList"/>
    <dgm:cxn modelId="{CDC025BE-B3CD-439F-A469-9C2D17DAB1CC}" type="presParOf" srcId="{DEFF726D-CAD7-4281-B299-7E5535EE1DAD}" destId="{6708568B-E0C7-4EDC-BF55-9F601601ACB9}" srcOrd="0" destOrd="0" presId="urn:microsoft.com/office/officeart/2018/2/layout/IconVerticalSolidList"/>
    <dgm:cxn modelId="{4C29835B-C277-417C-BCA1-E4FD27A3273E}" type="presParOf" srcId="{6708568B-E0C7-4EDC-BF55-9F601601ACB9}" destId="{9289F5C4-EFAC-4FED-9F95-E0508D498650}" srcOrd="0" destOrd="0" presId="urn:microsoft.com/office/officeart/2018/2/layout/IconVerticalSolidList"/>
    <dgm:cxn modelId="{A45E9C1E-8FA4-4EEE-95E9-5CB4953A55C0}" type="presParOf" srcId="{6708568B-E0C7-4EDC-BF55-9F601601ACB9}" destId="{CF128A0A-BC68-4518-BCF0-D7B0763764FA}" srcOrd="1" destOrd="0" presId="urn:microsoft.com/office/officeart/2018/2/layout/IconVerticalSolidList"/>
    <dgm:cxn modelId="{52041073-A92C-43B8-B3BC-7597785E30A0}" type="presParOf" srcId="{6708568B-E0C7-4EDC-BF55-9F601601ACB9}" destId="{2600D0A1-E783-44D8-9841-E817C6A1C002}" srcOrd="2" destOrd="0" presId="urn:microsoft.com/office/officeart/2018/2/layout/IconVerticalSolidList"/>
    <dgm:cxn modelId="{DB5C5714-1740-4417-AD52-B46BE68A21E1}" type="presParOf" srcId="{6708568B-E0C7-4EDC-BF55-9F601601ACB9}" destId="{FFBF1BF5-2B4E-4B40-AC47-E90E7595E616}" srcOrd="3" destOrd="0" presId="urn:microsoft.com/office/officeart/2018/2/layout/IconVerticalSolidList"/>
    <dgm:cxn modelId="{369AB63B-868C-4DAC-9223-D6913A64CEED}" type="presParOf" srcId="{DEFF726D-CAD7-4281-B299-7E5535EE1DAD}" destId="{890FBE46-ACC0-4EAC-A68D-A7EC3BFEE276}" srcOrd="1" destOrd="0" presId="urn:microsoft.com/office/officeart/2018/2/layout/IconVerticalSolidList"/>
    <dgm:cxn modelId="{813550D4-BC8C-4E9F-8480-1C3E9A80077C}" type="presParOf" srcId="{DEFF726D-CAD7-4281-B299-7E5535EE1DAD}" destId="{E408A836-BBEC-4102-82FA-41996557AE9F}" srcOrd="2" destOrd="0" presId="urn:microsoft.com/office/officeart/2018/2/layout/IconVerticalSolidList"/>
    <dgm:cxn modelId="{DC84DE78-FF77-4555-90E3-6919B075D877}" type="presParOf" srcId="{E408A836-BBEC-4102-82FA-41996557AE9F}" destId="{E08B68EB-1FAA-4CCA-A5D1-DDBC52037393}" srcOrd="0" destOrd="0" presId="urn:microsoft.com/office/officeart/2018/2/layout/IconVerticalSolidList"/>
    <dgm:cxn modelId="{C60922A6-EF05-4FD7-94D1-0C69CFB8C33D}" type="presParOf" srcId="{E408A836-BBEC-4102-82FA-41996557AE9F}" destId="{1589ADA9-58AF-4A57-9D24-DDEA781D51C4}" srcOrd="1" destOrd="0" presId="urn:microsoft.com/office/officeart/2018/2/layout/IconVerticalSolidList"/>
    <dgm:cxn modelId="{3E0F3D41-AF52-489D-A908-9F57DEB1215B}" type="presParOf" srcId="{E408A836-BBEC-4102-82FA-41996557AE9F}" destId="{E6B94960-E6D1-4B47-A1EB-4FC0A3231829}" srcOrd="2" destOrd="0" presId="urn:microsoft.com/office/officeart/2018/2/layout/IconVerticalSolidList"/>
    <dgm:cxn modelId="{A1BEB483-CBBC-4ECE-891F-68547E6EA829}" type="presParOf" srcId="{E408A836-BBEC-4102-82FA-41996557AE9F}" destId="{6DB446AE-29AF-43C0-BA2E-C2C0AE28FB07}" srcOrd="3" destOrd="0" presId="urn:microsoft.com/office/officeart/2018/2/layout/IconVerticalSolidList"/>
    <dgm:cxn modelId="{41949271-FA42-4AD7-8982-3E3829571A84}" type="presParOf" srcId="{DEFF726D-CAD7-4281-B299-7E5535EE1DAD}" destId="{394A4982-0148-4F52-91D2-48451CD41D28}" srcOrd="3" destOrd="0" presId="urn:microsoft.com/office/officeart/2018/2/layout/IconVerticalSolidList"/>
    <dgm:cxn modelId="{46502B81-25A7-4CAD-81DE-62BF3D231E29}" type="presParOf" srcId="{DEFF726D-CAD7-4281-B299-7E5535EE1DAD}" destId="{C7D446D5-1AA5-4747-9B5D-A780B65DADF8}" srcOrd="4" destOrd="0" presId="urn:microsoft.com/office/officeart/2018/2/layout/IconVerticalSolidList"/>
    <dgm:cxn modelId="{46000894-AFA7-4098-8EFE-B4C3B3C29342}" type="presParOf" srcId="{C7D446D5-1AA5-4747-9B5D-A780B65DADF8}" destId="{33BFA417-7F5F-44FE-ABBA-627936C7BA82}" srcOrd="0" destOrd="0" presId="urn:microsoft.com/office/officeart/2018/2/layout/IconVerticalSolidList"/>
    <dgm:cxn modelId="{FCAA0738-5FEF-4E2D-BE91-CEAAF8226764}" type="presParOf" srcId="{C7D446D5-1AA5-4747-9B5D-A780B65DADF8}" destId="{BC1BC5AA-C2EA-4D9C-B21D-40810C88B433}" srcOrd="1" destOrd="0" presId="urn:microsoft.com/office/officeart/2018/2/layout/IconVerticalSolidList"/>
    <dgm:cxn modelId="{468644F9-77BB-4DA5-B5B0-55D74637EE76}" type="presParOf" srcId="{C7D446D5-1AA5-4747-9B5D-A780B65DADF8}" destId="{D4CD2BFC-FA10-4414-BF37-5457A8FED5C5}" srcOrd="2" destOrd="0" presId="urn:microsoft.com/office/officeart/2018/2/layout/IconVerticalSolidList"/>
    <dgm:cxn modelId="{14D4D940-CEF7-4293-B64D-8660A2024B7F}" type="presParOf" srcId="{C7D446D5-1AA5-4747-9B5D-A780B65DADF8}" destId="{EF876765-1BA7-4582-B6D2-EAC1C97824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91B156C-0901-47F9-A831-5DA958522DB6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A8E3F1A-72FD-4407-AEED-1977774E02F3}">
      <dgm:prSet/>
      <dgm:spPr/>
      <dgm:t>
        <a:bodyPr/>
        <a:lstStyle/>
        <a:p>
          <a:r>
            <a:rPr lang="en-US" b="1"/>
            <a:t>Commission on sales</a:t>
          </a:r>
          <a:r>
            <a:rPr lang="en-US"/>
            <a:t> (competitive rate).</a:t>
          </a:r>
        </a:p>
      </dgm:t>
    </dgm:pt>
    <dgm:pt modelId="{3208C972-15A3-4047-A956-E926950DB5FE}" type="parTrans" cxnId="{6D6E12AF-DB10-489B-B6DF-D051A71A262F}">
      <dgm:prSet/>
      <dgm:spPr/>
      <dgm:t>
        <a:bodyPr/>
        <a:lstStyle/>
        <a:p>
          <a:endParaRPr lang="en-US"/>
        </a:p>
      </dgm:t>
    </dgm:pt>
    <dgm:pt modelId="{E8FAE9DA-B630-4D8F-B8DA-4EDE777898B3}" type="sibTrans" cxnId="{6D6E12AF-DB10-489B-B6DF-D051A71A262F}">
      <dgm:prSet/>
      <dgm:spPr/>
      <dgm:t>
        <a:bodyPr/>
        <a:lstStyle/>
        <a:p>
          <a:endParaRPr lang="en-US"/>
        </a:p>
      </dgm:t>
    </dgm:pt>
    <dgm:pt modelId="{2C5613DC-E991-44C0-BA5A-43D680A65F95}">
      <dgm:prSet/>
      <dgm:spPr/>
      <dgm:t>
        <a:bodyPr/>
        <a:lstStyle/>
        <a:p>
          <a:r>
            <a:rPr lang="en-US" b="1"/>
            <a:t>Premium Developer Tools</a:t>
          </a:r>
          <a:r>
            <a:rPr lang="en-US"/>
            <a:t> subscription.</a:t>
          </a:r>
        </a:p>
      </dgm:t>
    </dgm:pt>
    <dgm:pt modelId="{28DE4746-6EA0-49FC-88D6-96C9D1F18145}" type="parTrans" cxnId="{59F52994-F140-4523-9D53-68C3813D57A7}">
      <dgm:prSet/>
      <dgm:spPr/>
      <dgm:t>
        <a:bodyPr/>
        <a:lstStyle/>
        <a:p>
          <a:endParaRPr lang="en-US"/>
        </a:p>
      </dgm:t>
    </dgm:pt>
    <dgm:pt modelId="{77B567B7-45CA-4109-829D-221272CF8B0F}" type="sibTrans" cxnId="{59F52994-F140-4523-9D53-68C3813D57A7}">
      <dgm:prSet/>
      <dgm:spPr/>
      <dgm:t>
        <a:bodyPr/>
        <a:lstStyle/>
        <a:p>
          <a:endParaRPr lang="en-US"/>
        </a:p>
      </dgm:t>
    </dgm:pt>
    <dgm:pt modelId="{80ED97A9-7D3B-43FD-ACFE-3F07BFB692D9}">
      <dgm:prSet/>
      <dgm:spPr/>
      <dgm:t>
        <a:bodyPr/>
        <a:lstStyle/>
        <a:p>
          <a:r>
            <a:rPr lang="en-US" b="1"/>
            <a:t>Featured App Promotions</a:t>
          </a:r>
          <a:r>
            <a:rPr lang="en-US"/>
            <a:t> inside the store.</a:t>
          </a:r>
        </a:p>
      </dgm:t>
    </dgm:pt>
    <dgm:pt modelId="{6E67E022-AA8D-414F-A6BA-795710CAE778}" type="parTrans" cxnId="{ABD1DEA2-6CEA-45AA-9CD8-3B64F39AF0C3}">
      <dgm:prSet/>
      <dgm:spPr/>
      <dgm:t>
        <a:bodyPr/>
        <a:lstStyle/>
        <a:p>
          <a:endParaRPr lang="en-US"/>
        </a:p>
      </dgm:t>
    </dgm:pt>
    <dgm:pt modelId="{40468898-41E4-4057-ADC9-A072D1E73532}" type="sibTrans" cxnId="{ABD1DEA2-6CEA-45AA-9CD8-3B64F39AF0C3}">
      <dgm:prSet/>
      <dgm:spPr/>
      <dgm:t>
        <a:bodyPr/>
        <a:lstStyle/>
        <a:p>
          <a:endParaRPr lang="en-US"/>
        </a:p>
      </dgm:t>
    </dgm:pt>
    <dgm:pt modelId="{1199597D-5E26-4D04-B9AA-8B90F127BA63}">
      <dgm:prSet/>
      <dgm:spPr/>
      <dgm:t>
        <a:bodyPr/>
        <a:lstStyle/>
        <a:p>
          <a:r>
            <a:rPr lang="en-US" b="1"/>
            <a:t>Enterprise Licensing</a:t>
          </a:r>
          <a:r>
            <a:rPr lang="en-US"/>
            <a:t> for businesses.</a:t>
          </a:r>
        </a:p>
      </dgm:t>
    </dgm:pt>
    <dgm:pt modelId="{B2E7A890-9A85-4E93-A7A9-8DEFEAF02A00}" type="parTrans" cxnId="{414E10A2-4523-4C2E-8DD3-512C80F7CCD9}">
      <dgm:prSet/>
      <dgm:spPr/>
      <dgm:t>
        <a:bodyPr/>
        <a:lstStyle/>
        <a:p>
          <a:endParaRPr lang="en-US"/>
        </a:p>
      </dgm:t>
    </dgm:pt>
    <dgm:pt modelId="{74F48EB4-1A27-480F-9731-E5A48F57B7B1}" type="sibTrans" cxnId="{414E10A2-4523-4C2E-8DD3-512C80F7CCD9}">
      <dgm:prSet/>
      <dgm:spPr/>
      <dgm:t>
        <a:bodyPr/>
        <a:lstStyle/>
        <a:p>
          <a:endParaRPr lang="en-US"/>
        </a:p>
      </dgm:t>
    </dgm:pt>
    <dgm:pt modelId="{EEC6E3A3-9056-C04C-B9FB-6F92FCCC6633}" type="pres">
      <dgm:prSet presAssocID="{291B156C-0901-47F9-A831-5DA958522DB6}" presName="linear" presStyleCnt="0">
        <dgm:presLayoutVars>
          <dgm:animLvl val="lvl"/>
          <dgm:resizeHandles val="exact"/>
        </dgm:presLayoutVars>
      </dgm:prSet>
      <dgm:spPr/>
    </dgm:pt>
    <dgm:pt modelId="{B2005891-4E66-8040-BC80-A8C37D88D753}" type="pres">
      <dgm:prSet presAssocID="{8A8E3F1A-72FD-4407-AEED-1977774E02F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DB675C5-F307-4746-B771-5FBD00B3B286}" type="pres">
      <dgm:prSet presAssocID="{E8FAE9DA-B630-4D8F-B8DA-4EDE777898B3}" presName="spacer" presStyleCnt="0"/>
      <dgm:spPr/>
    </dgm:pt>
    <dgm:pt modelId="{0D7F6F86-691D-124A-B47E-D7AF9080CAA8}" type="pres">
      <dgm:prSet presAssocID="{2C5613DC-E991-44C0-BA5A-43D680A65F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8B55E7-C125-D248-AFFE-B4C917E9F89D}" type="pres">
      <dgm:prSet presAssocID="{77B567B7-45CA-4109-829D-221272CF8B0F}" presName="spacer" presStyleCnt="0"/>
      <dgm:spPr/>
    </dgm:pt>
    <dgm:pt modelId="{5813BA9B-6A8D-D141-ADBE-DB345A472232}" type="pres">
      <dgm:prSet presAssocID="{80ED97A9-7D3B-43FD-ACFE-3F07BFB692D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F9733F-862D-764A-948E-EB6ADDDC7DA8}" type="pres">
      <dgm:prSet presAssocID="{40468898-41E4-4057-ADC9-A072D1E73532}" presName="spacer" presStyleCnt="0"/>
      <dgm:spPr/>
    </dgm:pt>
    <dgm:pt modelId="{F863741C-0480-2443-A9E2-389225101F0D}" type="pres">
      <dgm:prSet presAssocID="{1199597D-5E26-4D04-B9AA-8B90F127BA6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D2D5F4D-05B6-0A4D-91D9-AD38EBCA9207}" type="presOf" srcId="{2C5613DC-E991-44C0-BA5A-43D680A65F95}" destId="{0D7F6F86-691D-124A-B47E-D7AF9080CAA8}" srcOrd="0" destOrd="0" presId="urn:microsoft.com/office/officeart/2005/8/layout/vList2"/>
    <dgm:cxn modelId="{00BF176D-593B-8948-9457-5BD10C729F81}" type="presOf" srcId="{1199597D-5E26-4D04-B9AA-8B90F127BA63}" destId="{F863741C-0480-2443-A9E2-389225101F0D}" srcOrd="0" destOrd="0" presId="urn:microsoft.com/office/officeart/2005/8/layout/vList2"/>
    <dgm:cxn modelId="{62765572-C2C6-0040-9C8F-3961D8AF7D69}" type="presOf" srcId="{8A8E3F1A-72FD-4407-AEED-1977774E02F3}" destId="{B2005891-4E66-8040-BC80-A8C37D88D753}" srcOrd="0" destOrd="0" presId="urn:microsoft.com/office/officeart/2005/8/layout/vList2"/>
    <dgm:cxn modelId="{59F52994-F140-4523-9D53-68C3813D57A7}" srcId="{291B156C-0901-47F9-A831-5DA958522DB6}" destId="{2C5613DC-E991-44C0-BA5A-43D680A65F95}" srcOrd="1" destOrd="0" parTransId="{28DE4746-6EA0-49FC-88D6-96C9D1F18145}" sibTransId="{77B567B7-45CA-4109-829D-221272CF8B0F}"/>
    <dgm:cxn modelId="{414E10A2-4523-4C2E-8DD3-512C80F7CCD9}" srcId="{291B156C-0901-47F9-A831-5DA958522DB6}" destId="{1199597D-5E26-4D04-B9AA-8B90F127BA63}" srcOrd="3" destOrd="0" parTransId="{B2E7A890-9A85-4E93-A7A9-8DEFEAF02A00}" sibTransId="{74F48EB4-1A27-480F-9731-E5A48F57B7B1}"/>
    <dgm:cxn modelId="{ABD1DEA2-6CEA-45AA-9CD8-3B64F39AF0C3}" srcId="{291B156C-0901-47F9-A831-5DA958522DB6}" destId="{80ED97A9-7D3B-43FD-ACFE-3F07BFB692D9}" srcOrd="2" destOrd="0" parTransId="{6E67E022-AA8D-414F-A6BA-795710CAE778}" sibTransId="{40468898-41E4-4057-ADC9-A072D1E73532}"/>
    <dgm:cxn modelId="{6D6E12AF-DB10-489B-B6DF-D051A71A262F}" srcId="{291B156C-0901-47F9-A831-5DA958522DB6}" destId="{8A8E3F1A-72FD-4407-AEED-1977774E02F3}" srcOrd="0" destOrd="0" parTransId="{3208C972-15A3-4047-A956-E926950DB5FE}" sibTransId="{E8FAE9DA-B630-4D8F-B8DA-4EDE777898B3}"/>
    <dgm:cxn modelId="{AC33F7C6-E838-D748-9848-56694C926324}" type="presOf" srcId="{291B156C-0901-47F9-A831-5DA958522DB6}" destId="{EEC6E3A3-9056-C04C-B9FB-6F92FCCC6633}" srcOrd="0" destOrd="0" presId="urn:microsoft.com/office/officeart/2005/8/layout/vList2"/>
    <dgm:cxn modelId="{A7782ECF-809D-6342-8233-C7DB26940E9D}" type="presOf" srcId="{80ED97A9-7D3B-43FD-ACFE-3F07BFB692D9}" destId="{5813BA9B-6A8D-D141-ADBE-DB345A472232}" srcOrd="0" destOrd="0" presId="urn:microsoft.com/office/officeart/2005/8/layout/vList2"/>
    <dgm:cxn modelId="{C317AB68-B362-0846-8160-405F46E4D038}" type="presParOf" srcId="{EEC6E3A3-9056-C04C-B9FB-6F92FCCC6633}" destId="{B2005891-4E66-8040-BC80-A8C37D88D753}" srcOrd="0" destOrd="0" presId="urn:microsoft.com/office/officeart/2005/8/layout/vList2"/>
    <dgm:cxn modelId="{CF9B6CF9-86DD-A44F-AAFE-79BBB4C5D3FB}" type="presParOf" srcId="{EEC6E3A3-9056-C04C-B9FB-6F92FCCC6633}" destId="{ADB675C5-F307-4746-B771-5FBD00B3B286}" srcOrd="1" destOrd="0" presId="urn:microsoft.com/office/officeart/2005/8/layout/vList2"/>
    <dgm:cxn modelId="{12C78588-A143-5449-8756-35AC4321BE48}" type="presParOf" srcId="{EEC6E3A3-9056-C04C-B9FB-6F92FCCC6633}" destId="{0D7F6F86-691D-124A-B47E-D7AF9080CAA8}" srcOrd="2" destOrd="0" presId="urn:microsoft.com/office/officeart/2005/8/layout/vList2"/>
    <dgm:cxn modelId="{DD043F3C-6E88-6343-899D-51CCD23299DD}" type="presParOf" srcId="{EEC6E3A3-9056-C04C-B9FB-6F92FCCC6633}" destId="{B38B55E7-C125-D248-AFFE-B4C917E9F89D}" srcOrd="3" destOrd="0" presId="urn:microsoft.com/office/officeart/2005/8/layout/vList2"/>
    <dgm:cxn modelId="{90BE648B-625A-0B4E-9423-93BBDFC704A3}" type="presParOf" srcId="{EEC6E3A3-9056-C04C-B9FB-6F92FCCC6633}" destId="{5813BA9B-6A8D-D141-ADBE-DB345A472232}" srcOrd="4" destOrd="0" presId="urn:microsoft.com/office/officeart/2005/8/layout/vList2"/>
    <dgm:cxn modelId="{B522755D-F60D-AD43-9F77-8DF91B950B76}" type="presParOf" srcId="{EEC6E3A3-9056-C04C-B9FB-6F92FCCC6633}" destId="{ADF9733F-862D-764A-948E-EB6ADDDC7DA8}" srcOrd="5" destOrd="0" presId="urn:microsoft.com/office/officeart/2005/8/layout/vList2"/>
    <dgm:cxn modelId="{01A3BBB8-B6B8-FF48-BDBA-846C43FA9C9D}" type="presParOf" srcId="{EEC6E3A3-9056-C04C-B9FB-6F92FCCC6633}" destId="{F863741C-0480-2443-A9E2-389225101F0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ADB3DC-C5AD-49FC-BB33-01F065F69B2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510DBAD-7EA2-4EDB-89D9-65977305688F}">
      <dgm:prSet/>
      <dgm:spPr/>
      <dgm:t>
        <a:bodyPr/>
        <a:lstStyle/>
        <a:p>
          <a:pPr>
            <a:defRPr cap="all"/>
          </a:pPr>
          <a:r>
            <a:rPr lang="en-US" b="1" dirty="0"/>
            <a:t>Programming Language:</a:t>
          </a:r>
          <a:r>
            <a:rPr lang="en-US" dirty="0"/>
            <a:t> </a:t>
          </a:r>
        </a:p>
        <a:p>
          <a:pPr>
            <a:defRPr cap="all"/>
          </a:pPr>
          <a:r>
            <a:rPr lang="en-US" dirty="0"/>
            <a:t>Java (Core Java, JavaFX)</a:t>
          </a:r>
        </a:p>
      </dgm:t>
    </dgm:pt>
    <dgm:pt modelId="{B2B0D824-D983-4A99-BCB6-AF21EE11794D}" type="parTrans" cxnId="{5BB9CFEC-EA3E-42E9-8B35-958DA7AA579C}">
      <dgm:prSet/>
      <dgm:spPr/>
      <dgm:t>
        <a:bodyPr/>
        <a:lstStyle/>
        <a:p>
          <a:endParaRPr lang="en-US"/>
        </a:p>
      </dgm:t>
    </dgm:pt>
    <dgm:pt modelId="{CF409FA8-7624-4737-8030-A724CAD276DB}" type="sibTrans" cxnId="{5BB9CFEC-EA3E-42E9-8B35-958DA7AA579C}">
      <dgm:prSet/>
      <dgm:spPr/>
      <dgm:t>
        <a:bodyPr/>
        <a:lstStyle/>
        <a:p>
          <a:endParaRPr lang="en-US"/>
        </a:p>
      </dgm:t>
    </dgm:pt>
    <dgm:pt modelId="{1D723CAC-DF53-4494-BC3A-8A7DCC795AB2}">
      <dgm:prSet/>
      <dgm:spPr/>
      <dgm:t>
        <a:bodyPr/>
        <a:lstStyle/>
        <a:p>
          <a:pPr>
            <a:defRPr cap="all"/>
          </a:pPr>
          <a:r>
            <a:rPr lang="en-US" b="1" dirty="0"/>
            <a:t>Database:</a:t>
          </a:r>
        </a:p>
        <a:p>
          <a:pPr>
            <a:defRPr cap="all"/>
          </a:pPr>
          <a:r>
            <a:rPr lang="en-US" dirty="0"/>
            <a:t> MySQL/PostgreSQL, AWS</a:t>
          </a:r>
        </a:p>
      </dgm:t>
    </dgm:pt>
    <dgm:pt modelId="{21D07ACF-097E-4DB4-A0BE-85B5B15C5A71}" type="parTrans" cxnId="{8CB47670-9798-476A-A4CC-6C9FCBA224AA}">
      <dgm:prSet/>
      <dgm:spPr/>
      <dgm:t>
        <a:bodyPr/>
        <a:lstStyle/>
        <a:p>
          <a:endParaRPr lang="en-US"/>
        </a:p>
      </dgm:t>
    </dgm:pt>
    <dgm:pt modelId="{5FEF78B3-6D8A-436C-9DD4-FBECAC4AB08B}" type="sibTrans" cxnId="{8CB47670-9798-476A-A4CC-6C9FCBA224AA}">
      <dgm:prSet/>
      <dgm:spPr/>
      <dgm:t>
        <a:bodyPr/>
        <a:lstStyle/>
        <a:p>
          <a:endParaRPr lang="en-US"/>
        </a:p>
      </dgm:t>
    </dgm:pt>
    <dgm:pt modelId="{7C230800-807C-4849-864A-93C5B177944F}">
      <dgm:prSet/>
      <dgm:spPr/>
      <dgm:t>
        <a:bodyPr/>
        <a:lstStyle/>
        <a:p>
          <a:pPr>
            <a:defRPr cap="all"/>
          </a:pPr>
          <a:r>
            <a:rPr lang="en-US" b="1" dirty="0"/>
            <a:t>Version Control:</a:t>
          </a:r>
        </a:p>
        <a:p>
          <a:pPr>
            <a:defRPr cap="all"/>
          </a:pPr>
          <a:r>
            <a:rPr lang="en-US" dirty="0"/>
            <a:t> Git/GitHub</a:t>
          </a:r>
        </a:p>
      </dgm:t>
    </dgm:pt>
    <dgm:pt modelId="{ED9970F0-8F71-452D-941B-9FCAD065B478}" type="parTrans" cxnId="{17965FA5-AD8C-4AA7-922D-05AE70C1A08C}">
      <dgm:prSet/>
      <dgm:spPr/>
      <dgm:t>
        <a:bodyPr/>
        <a:lstStyle/>
        <a:p>
          <a:endParaRPr lang="en-US"/>
        </a:p>
      </dgm:t>
    </dgm:pt>
    <dgm:pt modelId="{BB45FD31-E7B2-45E5-8EE1-E99D772D1CFB}" type="sibTrans" cxnId="{17965FA5-AD8C-4AA7-922D-05AE70C1A08C}">
      <dgm:prSet/>
      <dgm:spPr/>
      <dgm:t>
        <a:bodyPr/>
        <a:lstStyle/>
        <a:p>
          <a:endParaRPr lang="en-US"/>
        </a:p>
      </dgm:t>
    </dgm:pt>
    <dgm:pt modelId="{A3288DC9-8A31-4E44-95B9-D56B455196C9}">
      <dgm:prSet/>
      <dgm:spPr/>
      <dgm:t>
        <a:bodyPr/>
        <a:lstStyle/>
        <a:p>
          <a:pPr>
            <a:defRPr cap="all"/>
          </a:pPr>
          <a:r>
            <a:rPr lang="en-US" b="1" dirty="0"/>
            <a:t>Build Tool:</a:t>
          </a:r>
        </a:p>
        <a:p>
          <a:pPr>
            <a:defRPr cap="all"/>
          </a:pPr>
          <a:r>
            <a:rPr lang="en-US" dirty="0"/>
            <a:t> Maven/Gradle</a:t>
          </a:r>
        </a:p>
      </dgm:t>
    </dgm:pt>
    <dgm:pt modelId="{1B0993DF-049C-466D-959F-CAEEDB7E8DB1}" type="parTrans" cxnId="{60A414FD-584F-4F31-A941-D874D295AE77}">
      <dgm:prSet/>
      <dgm:spPr/>
      <dgm:t>
        <a:bodyPr/>
        <a:lstStyle/>
        <a:p>
          <a:endParaRPr lang="en-US"/>
        </a:p>
      </dgm:t>
    </dgm:pt>
    <dgm:pt modelId="{3A777995-970A-4D43-98DA-0691EF9F76D7}" type="sibTrans" cxnId="{60A414FD-584F-4F31-A941-D874D295AE77}">
      <dgm:prSet/>
      <dgm:spPr/>
      <dgm:t>
        <a:bodyPr/>
        <a:lstStyle/>
        <a:p>
          <a:endParaRPr lang="en-US"/>
        </a:p>
      </dgm:t>
    </dgm:pt>
    <dgm:pt modelId="{D0711F83-B77A-4BF8-B0BE-A57FEC1E05BA}">
      <dgm:prSet/>
      <dgm:spPr/>
      <dgm:t>
        <a:bodyPr/>
        <a:lstStyle/>
        <a:p>
          <a:pPr>
            <a:defRPr cap="all"/>
          </a:pPr>
          <a:r>
            <a:rPr lang="en-US" b="1" dirty="0"/>
            <a:t>Security:</a:t>
          </a:r>
          <a:r>
            <a:rPr lang="en-US" dirty="0"/>
            <a:t> </a:t>
          </a:r>
        </a:p>
        <a:p>
          <a:pPr>
            <a:defRPr cap="all"/>
          </a:pPr>
          <a:r>
            <a:rPr lang="en-US" dirty="0"/>
            <a:t>Java Cryptography API (JCA)</a:t>
          </a:r>
        </a:p>
      </dgm:t>
    </dgm:pt>
    <dgm:pt modelId="{BF12B132-688A-4A14-9482-F889C22BF35A}" type="parTrans" cxnId="{15EA5E58-06D4-4B28-8E79-45FB36CABE41}">
      <dgm:prSet/>
      <dgm:spPr/>
      <dgm:t>
        <a:bodyPr/>
        <a:lstStyle/>
        <a:p>
          <a:endParaRPr lang="en-US"/>
        </a:p>
      </dgm:t>
    </dgm:pt>
    <dgm:pt modelId="{AD319220-16C7-4983-97DD-3168EDD9B63B}" type="sibTrans" cxnId="{15EA5E58-06D4-4B28-8E79-45FB36CABE41}">
      <dgm:prSet/>
      <dgm:spPr/>
      <dgm:t>
        <a:bodyPr/>
        <a:lstStyle/>
        <a:p>
          <a:endParaRPr lang="en-US"/>
        </a:p>
      </dgm:t>
    </dgm:pt>
    <dgm:pt modelId="{A9203650-00C3-4337-9C16-AE72A5CB2163}">
      <dgm:prSet/>
      <dgm:spPr/>
      <dgm:t>
        <a:bodyPr/>
        <a:lstStyle/>
        <a:p>
          <a:pPr>
            <a:defRPr cap="all"/>
          </a:pPr>
          <a:r>
            <a:rPr lang="en-US" b="1" dirty="0"/>
            <a:t>UI/UX Design: </a:t>
          </a:r>
        </a:p>
        <a:p>
          <a:pPr>
            <a:defRPr cap="all"/>
          </a:pPr>
          <a:r>
            <a:rPr lang="en-US" dirty="0"/>
            <a:t>Figma</a:t>
          </a:r>
        </a:p>
      </dgm:t>
    </dgm:pt>
    <dgm:pt modelId="{C3A25134-D34A-4F6F-A405-8676617C3C71}" type="parTrans" cxnId="{18E5C720-0AC0-4909-B5B6-B5CE3538C8D2}">
      <dgm:prSet/>
      <dgm:spPr/>
      <dgm:t>
        <a:bodyPr/>
        <a:lstStyle/>
        <a:p>
          <a:endParaRPr lang="en-US"/>
        </a:p>
      </dgm:t>
    </dgm:pt>
    <dgm:pt modelId="{EEA4AC84-6FC7-4781-84A7-4D179B266DD3}" type="sibTrans" cxnId="{18E5C720-0AC0-4909-B5B6-B5CE3538C8D2}">
      <dgm:prSet/>
      <dgm:spPr/>
      <dgm:t>
        <a:bodyPr/>
        <a:lstStyle/>
        <a:p>
          <a:endParaRPr lang="en-US"/>
        </a:p>
      </dgm:t>
    </dgm:pt>
    <dgm:pt modelId="{40F9774C-0050-4355-AB04-908EE22E707B}" type="pres">
      <dgm:prSet presAssocID="{0EADB3DC-C5AD-49FC-BB33-01F065F69B2D}" presName="root" presStyleCnt="0">
        <dgm:presLayoutVars>
          <dgm:dir/>
          <dgm:resizeHandles val="exact"/>
        </dgm:presLayoutVars>
      </dgm:prSet>
      <dgm:spPr/>
    </dgm:pt>
    <dgm:pt modelId="{6B9D5F6D-7864-4A08-AA5F-648940D69760}" type="pres">
      <dgm:prSet presAssocID="{1510DBAD-7EA2-4EDB-89D9-65977305688F}" presName="compNode" presStyleCnt="0"/>
      <dgm:spPr/>
    </dgm:pt>
    <dgm:pt modelId="{3E7D9D77-4D78-40A2-846E-5A2AEAA8343F}" type="pres">
      <dgm:prSet presAssocID="{1510DBAD-7EA2-4EDB-89D9-65977305688F}" presName="iconBgRect" presStyleLbl="bgShp" presStyleIdx="0" presStyleCnt="6"/>
      <dgm:spPr/>
    </dgm:pt>
    <dgm:pt modelId="{3E8B5642-A6E0-4482-868D-3CD8EC68B840}" type="pres">
      <dgm:prSet presAssocID="{1510DBAD-7EA2-4EDB-89D9-65977305688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046679A-4E64-4B7E-86BD-D00E0B75775D}" type="pres">
      <dgm:prSet presAssocID="{1510DBAD-7EA2-4EDB-89D9-65977305688F}" presName="spaceRect" presStyleCnt="0"/>
      <dgm:spPr/>
    </dgm:pt>
    <dgm:pt modelId="{BC63E1F9-E080-4161-AFB0-10709EE839FB}" type="pres">
      <dgm:prSet presAssocID="{1510DBAD-7EA2-4EDB-89D9-65977305688F}" presName="textRect" presStyleLbl="revTx" presStyleIdx="0" presStyleCnt="6">
        <dgm:presLayoutVars>
          <dgm:chMax val="1"/>
          <dgm:chPref val="1"/>
        </dgm:presLayoutVars>
      </dgm:prSet>
      <dgm:spPr/>
    </dgm:pt>
    <dgm:pt modelId="{24280B6C-A52C-404B-ADF7-E547EDB99B6C}" type="pres">
      <dgm:prSet presAssocID="{CF409FA8-7624-4737-8030-A724CAD276DB}" presName="sibTrans" presStyleCnt="0"/>
      <dgm:spPr/>
    </dgm:pt>
    <dgm:pt modelId="{E24BCFE9-44C4-43D0-999D-89B2BEFFF5FE}" type="pres">
      <dgm:prSet presAssocID="{1D723CAC-DF53-4494-BC3A-8A7DCC795AB2}" presName="compNode" presStyleCnt="0"/>
      <dgm:spPr/>
    </dgm:pt>
    <dgm:pt modelId="{A54B18CA-051F-42CC-938F-1274C4766D25}" type="pres">
      <dgm:prSet presAssocID="{1D723CAC-DF53-4494-BC3A-8A7DCC795AB2}" presName="iconBgRect" presStyleLbl="bgShp" presStyleIdx="1" presStyleCnt="6"/>
      <dgm:spPr/>
    </dgm:pt>
    <dgm:pt modelId="{39E6F0FA-988B-4586-9438-5C3ACFA094A6}" type="pres">
      <dgm:prSet presAssocID="{1D723CAC-DF53-4494-BC3A-8A7DCC795AB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691B1E-0CAD-4BC8-A6FB-9A5E9858D7A7}" type="pres">
      <dgm:prSet presAssocID="{1D723CAC-DF53-4494-BC3A-8A7DCC795AB2}" presName="spaceRect" presStyleCnt="0"/>
      <dgm:spPr/>
    </dgm:pt>
    <dgm:pt modelId="{BB8D7A2E-2FFD-48B3-AFFE-B37E99AA80EC}" type="pres">
      <dgm:prSet presAssocID="{1D723CAC-DF53-4494-BC3A-8A7DCC795AB2}" presName="textRect" presStyleLbl="revTx" presStyleIdx="1" presStyleCnt="6">
        <dgm:presLayoutVars>
          <dgm:chMax val="1"/>
          <dgm:chPref val="1"/>
        </dgm:presLayoutVars>
      </dgm:prSet>
      <dgm:spPr/>
    </dgm:pt>
    <dgm:pt modelId="{829F17AF-6624-483D-A44B-2E905177CA0A}" type="pres">
      <dgm:prSet presAssocID="{5FEF78B3-6D8A-436C-9DD4-FBECAC4AB08B}" presName="sibTrans" presStyleCnt="0"/>
      <dgm:spPr/>
    </dgm:pt>
    <dgm:pt modelId="{4165087C-EABB-4525-AC03-3234CB59E152}" type="pres">
      <dgm:prSet presAssocID="{7C230800-807C-4849-864A-93C5B177944F}" presName="compNode" presStyleCnt="0"/>
      <dgm:spPr/>
    </dgm:pt>
    <dgm:pt modelId="{2C9B397E-B5A6-4543-AF0D-56E317232999}" type="pres">
      <dgm:prSet presAssocID="{7C230800-807C-4849-864A-93C5B177944F}" presName="iconBgRect" presStyleLbl="bgShp" presStyleIdx="2" presStyleCnt="6"/>
      <dgm:spPr/>
    </dgm:pt>
    <dgm:pt modelId="{8127CD4C-24AA-4C49-8060-C71DC564D651}" type="pres">
      <dgm:prSet presAssocID="{7C230800-807C-4849-864A-93C5B177944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1FBDFE54-1C7C-4988-9F91-3985A03B1C95}" type="pres">
      <dgm:prSet presAssocID="{7C230800-807C-4849-864A-93C5B177944F}" presName="spaceRect" presStyleCnt="0"/>
      <dgm:spPr/>
    </dgm:pt>
    <dgm:pt modelId="{287360E0-7130-41A8-9CDB-65ED9DEE3647}" type="pres">
      <dgm:prSet presAssocID="{7C230800-807C-4849-864A-93C5B177944F}" presName="textRect" presStyleLbl="revTx" presStyleIdx="2" presStyleCnt="6">
        <dgm:presLayoutVars>
          <dgm:chMax val="1"/>
          <dgm:chPref val="1"/>
        </dgm:presLayoutVars>
      </dgm:prSet>
      <dgm:spPr/>
    </dgm:pt>
    <dgm:pt modelId="{840B740E-781E-4F0D-90BB-1A080907552F}" type="pres">
      <dgm:prSet presAssocID="{BB45FD31-E7B2-45E5-8EE1-E99D772D1CFB}" presName="sibTrans" presStyleCnt="0"/>
      <dgm:spPr/>
    </dgm:pt>
    <dgm:pt modelId="{1BB4B88F-8303-4B7D-BC9B-D5131FBC1BBC}" type="pres">
      <dgm:prSet presAssocID="{A3288DC9-8A31-4E44-95B9-D56B455196C9}" presName="compNode" presStyleCnt="0"/>
      <dgm:spPr/>
    </dgm:pt>
    <dgm:pt modelId="{3CFF8EEA-509A-44B0-819C-8C6FEB1C7529}" type="pres">
      <dgm:prSet presAssocID="{A3288DC9-8A31-4E44-95B9-D56B455196C9}" presName="iconBgRect" presStyleLbl="bgShp" presStyleIdx="3" presStyleCnt="6"/>
      <dgm:spPr/>
    </dgm:pt>
    <dgm:pt modelId="{7B9E782B-E673-4422-B190-2C938822A0F7}" type="pres">
      <dgm:prSet presAssocID="{A3288DC9-8A31-4E44-95B9-D56B455196C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6903C41E-1B29-4DA1-8650-9DFA24465960}" type="pres">
      <dgm:prSet presAssocID="{A3288DC9-8A31-4E44-95B9-D56B455196C9}" presName="spaceRect" presStyleCnt="0"/>
      <dgm:spPr/>
    </dgm:pt>
    <dgm:pt modelId="{D647ECDB-EE2C-4F63-BCA8-7A35F33A053C}" type="pres">
      <dgm:prSet presAssocID="{A3288DC9-8A31-4E44-95B9-D56B455196C9}" presName="textRect" presStyleLbl="revTx" presStyleIdx="3" presStyleCnt="6">
        <dgm:presLayoutVars>
          <dgm:chMax val="1"/>
          <dgm:chPref val="1"/>
        </dgm:presLayoutVars>
      </dgm:prSet>
      <dgm:spPr/>
    </dgm:pt>
    <dgm:pt modelId="{0DC2F5FC-B6CD-42AA-BA2E-B9A9B7C39552}" type="pres">
      <dgm:prSet presAssocID="{3A777995-970A-4D43-98DA-0691EF9F76D7}" presName="sibTrans" presStyleCnt="0"/>
      <dgm:spPr/>
    </dgm:pt>
    <dgm:pt modelId="{12F6A43A-9B59-49BE-97F2-21008FB61131}" type="pres">
      <dgm:prSet presAssocID="{D0711F83-B77A-4BF8-B0BE-A57FEC1E05BA}" presName="compNode" presStyleCnt="0"/>
      <dgm:spPr/>
    </dgm:pt>
    <dgm:pt modelId="{6BA380C1-DC82-44ED-908B-37AA1BEEAE4D}" type="pres">
      <dgm:prSet presAssocID="{D0711F83-B77A-4BF8-B0BE-A57FEC1E05BA}" presName="iconBgRect" presStyleLbl="bgShp" presStyleIdx="4" presStyleCnt="6"/>
      <dgm:spPr/>
    </dgm:pt>
    <dgm:pt modelId="{F2139983-971D-4AFA-845D-827D7627DE17}" type="pres">
      <dgm:prSet presAssocID="{D0711F83-B77A-4BF8-B0BE-A57FEC1E05B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B08F479-4053-4B33-B636-B7B97A9591A5}" type="pres">
      <dgm:prSet presAssocID="{D0711F83-B77A-4BF8-B0BE-A57FEC1E05BA}" presName="spaceRect" presStyleCnt="0"/>
      <dgm:spPr/>
    </dgm:pt>
    <dgm:pt modelId="{54F1252B-D055-4C48-B9F6-0885FB505551}" type="pres">
      <dgm:prSet presAssocID="{D0711F83-B77A-4BF8-B0BE-A57FEC1E05BA}" presName="textRect" presStyleLbl="revTx" presStyleIdx="4" presStyleCnt="6">
        <dgm:presLayoutVars>
          <dgm:chMax val="1"/>
          <dgm:chPref val="1"/>
        </dgm:presLayoutVars>
      </dgm:prSet>
      <dgm:spPr/>
    </dgm:pt>
    <dgm:pt modelId="{8B12BD6C-958B-42C8-B248-534707F36676}" type="pres">
      <dgm:prSet presAssocID="{AD319220-16C7-4983-97DD-3168EDD9B63B}" presName="sibTrans" presStyleCnt="0"/>
      <dgm:spPr/>
    </dgm:pt>
    <dgm:pt modelId="{112C87C4-0F4B-4CF4-A94B-DF0E40E516D9}" type="pres">
      <dgm:prSet presAssocID="{A9203650-00C3-4337-9C16-AE72A5CB2163}" presName="compNode" presStyleCnt="0"/>
      <dgm:spPr/>
    </dgm:pt>
    <dgm:pt modelId="{27A1AFCE-1894-4042-A926-B9082E21CADF}" type="pres">
      <dgm:prSet presAssocID="{A9203650-00C3-4337-9C16-AE72A5CB2163}" presName="iconBgRect" presStyleLbl="bgShp" presStyleIdx="5" presStyleCnt="6"/>
      <dgm:spPr/>
    </dgm:pt>
    <dgm:pt modelId="{5AFC36DA-B25F-4DB3-95C3-5FE528B328DE}" type="pres">
      <dgm:prSet presAssocID="{A9203650-00C3-4337-9C16-AE72A5CB216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58351A2-C53C-4DB1-9664-C40FDD56F380}" type="pres">
      <dgm:prSet presAssocID="{A9203650-00C3-4337-9C16-AE72A5CB2163}" presName="spaceRect" presStyleCnt="0"/>
      <dgm:spPr/>
    </dgm:pt>
    <dgm:pt modelId="{F34B80CB-6AD5-4BFC-AEA0-D84403034B89}" type="pres">
      <dgm:prSet presAssocID="{A9203650-00C3-4337-9C16-AE72A5CB216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D387C0E-1F69-4D14-8E11-F5884F5E7882}" type="presOf" srcId="{A3288DC9-8A31-4E44-95B9-D56B455196C9}" destId="{D647ECDB-EE2C-4F63-BCA8-7A35F33A053C}" srcOrd="0" destOrd="0" presId="urn:microsoft.com/office/officeart/2018/5/layout/IconCircleLabelList"/>
    <dgm:cxn modelId="{18E5C720-0AC0-4909-B5B6-B5CE3538C8D2}" srcId="{0EADB3DC-C5AD-49FC-BB33-01F065F69B2D}" destId="{A9203650-00C3-4337-9C16-AE72A5CB2163}" srcOrd="5" destOrd="0" parTransId="{C3A25134-D34A-4F6F-A405-8676617C3C71}" sibTransId="{EEA4AC84-6FC7-4781-84A7-4D179B266DD3}"/>
    <dgm:cxn modelId="{4D6CF627-D97D-41D4-939F-AD3174D61FA1}" type="presOf" srcId="{7C230800-807C-4849-864A-93C5B177944F}" destId="{287360E0-7130-41A8-9CDB-65ED9DEE3647}" srcOrd="0" destOrd="0" presId="urn:microsoft.com/office/officeart/2018/5/layout/IconCircleLabelList"/>
    <dgm:cxn modelId="{D56F0C34-257B-4A56-9ACC-4AAE06F07A80}" type="presOf" srcId="{0EADB3DC-C5AD-49FC-BB33-01F065F69B2D}" destId="{40F9774C-0050-4355-AB04-908EE22E707B}" srcOrd="0" destOrd="0" presId="urn:microsoft.com/office/officeart/2018/5/layout/IconCircleLabelList"/>
    <dgm:cxn modelId="{15EA5E58-06D4-4B28-8E79-45FB36CABE41}" srcId="{0EADB3DC-C5AD-49FC-BB33-01F065F69B2D}" destId="{D0711F83-B77A-4BF8-B0BE-A57FEC1E05BA}" srcOrd="4" destOrd="0" parTransId="{BF12B132-688A-4A14-9482-F889C22BF35A}" sibTransId="{AD319220-16C7-4983-97DD-3168EDD9B63B}"/>
    <dgm:cxn modelId="{14A63F5B-B3AB-45BF-BA7A-6BA0CE33B95C}" type="presOf" srcId="{1D723CAC-DF53-4494-BC3A-8A7DCC795AB2}" destId="{BB8D7A2E-2FFD-48B3-AFFE-B37E99AA80EC}" srcOrd="0" destOrd="0" presId="urn:microsoft.com/office/officeart/2018/5/layout/IconCircleLabelList"/>
    <dgm:cxn modelId="{8CB47670-9798-476A-A4CC-6C9FCBA224AA}" srcId="{0EADB3DC-C5AD-49FC-BB33-01F065F69B2D}" destId="{1D723CAC-DF53-4494-BC3A-8A7DCC795AB2}" srcOrd="1" destOrd="0" parTransId="{21D07ACF-097E-4DB4-A0BE-85B5B15C5A71}" sibTransId="{5FEF78B3-6D8A-436C-9DD4-FBECAC4AB08B}"/>
    <dgm:cxn modelId="{17965FA5-AD8C-4AA7-922D-05AE70C1A08C}" srcId="{0EADB3DC-C5AD-49FC-BB33-01F065F69B2D}" destId="{7C230800-807C-4849-864A-93C5B177944F}" srcOrd="2" destOrd="0" parTransId="{ED9970F0-8F71-452D-941B-9FCAD065B478}" sibTransId="{BB45FD31-E7B2-45E5-8EE1-E99D772D1CFB}"/>
    <dgm:cxn modelId="{41E271E9-7432-4A87-9A0A-D34F5C0A7E5A}" type="presOf" srcId="{A9203650-00C3-4337-9C16-AE72A5CB2163}" destId="{F34B80CB-6AD5-4BFC-AEA0-D84403034B89}" srcOrd="0" destOrd="0" presId="urn:microsoft.com/office/officeart/2018/5/layout/IconCircleLabelList"/>
    <dgm:cxn modelId="{5BB9CFEC-EA3E-42E9-8B35-958DA7AA579C}" srcId="{0EADB3DC-C5AD-49FC-BB33-01F065F69B2D}" destId="{1510DBAD-7EA2-4EDB-89D9-65977305688F}" srcOrd="0" destOrd="0" parTransId="{B2B0D824-D983-4A99-BCB6-AF21EE11794D}" sibTransId="{CF409FA8-7624-4737-8030-A724CAD276DB}"/>
    <dgm:cxn modelId="{14D1E6F1-6E9E-416F-8D45-D5A04563264F}" type="presOf" srcId="{D0711F83-B77A-4BF8-B0BE-A57FEC1E05BA}" destId="{54F1252B-D055-4C48-B9F6-0885FB505551}" srcOrd="0" destOrd="0" presId="urn:microsoft.com/office/officeart/2018/5/layout/IconCircleLabelList"/>
    <dgm:cxn modelId="{60A414FD-584F-4F31-A941-D874D295AE77}" srcId="{0EADB3DC-C5AD-49FC-BB33-01F065F69B2D}" destId="{A3288DC9-8A31-4E44-95B9-D56B455196C9}" srcOrd="3" destOrd="0" parTransId="{1B0993DF-049C-466D-959F-CAEEDB7E8DB1}" sibTransId="{3A777995-970A-4D43-98DA-0691EF9F76D7}"/>
    <dgm:cxn modelId="{D36BC6FE-AC9E-4CC2-B2C4-792D327DD004}" type="presOf" srcId="{1510DBAD-7EA2-4EDB-89D9-65977305688F}" destId="{BC63E1F9-E080-4161-AFB0-10709EE839FB}" srcOrd="0" destOrd="0" presId="urn:microsoft.com/office/officeart/2018/5/layout/IconCircleLabelList"/>
    <dgm:cxn modelId="{163FC921-0407-40D6-AF02-EFDE42B7B9CF}" type="presParOf" srcId="{40F9774C-0050-4355-AB04-908EE22E707B}" destId="{6B9D5F6D-7864-4A08-AA5F-648940D69760}" srcOrd="0" destOrd="0" presId="urn:microsoft.com/office/officeart/2018/5/layout/IconCircleLabelList"/>
    <dgm:cxn modelId="{38B6BACC-0AD2-4CE5-88F2-8D7CFF6637F0}" type="presParOf" srcId="{6B9D5F6D-7864-4A08-AA5F-648940D69760}" destId="{3E7D9D77-4D78-40A2-846E-5A2AEAA8343F}" srcOrd="0" destOrd="0" presId="urn:microsoft.com/office/officeart/2018/5/layout/IconCircleLabelList"/>
    <dgm:cxn modelId="{2C58BCBF-5151-4A8D-8BBC-877EC262FD4E}" type="presParOf" srcId="{6B9D5F6D-7864-4A08-AA5F-648940D69760}" destId="{3E8B5642-A6E0-4482-868D-3CD8EC68B840}" srcOrd="1" destOrd="0" presId="urn:microsoft.com/office/officeart/2018/5/layout/IconCircleLabelList"/>
    <dgm:cxn modelId="{655C22FB-922A-40F6-9AF8-08CA43851932}" type="presParOf" srcId="{6B9D5F6D-7864-4A08-AA5F-648940D69760}" destId="{0046679A-4E64-4B7E-86BD-D00E0B75775D}" srcOrd="2" destOrd="0" presId="urn:microsoft.com/office/officeart/2018/5/layout/IconCircleLabelList"/>
    <dgm:cxn modelId="{0BC63A0C-E2E3-48BD-8E67-97ABBC354695}" type="presParOf" srcId="{6B9D5F6D-7864-4A08-AA5F-648940D69760}" destId="{BC63E1F9-E080-4161-AFB0-10709EE839FB}" srcOrd="3" destOrd="0" presId="urn:microsoft.com/office/officeart/2018/5/layout/IconCircleLabelList"/>
    <dgm:cxn modelId="{FA992749-FD62-4346-AD59-E0AF7511A85A}" type="presParOf" srcId="{40F9774C-0050-4355-AB04-908EE22E707B}" destId="{24280B6C-A52C-404B-ADF7-E547EDB99B6C}" srcOrd="1" destOrd="0" presId="urn:microsoft.com/office/officeart/2018/5/layout/IconCircleLabelList"/>
    <dgm:cxn modelId="{A77F4D2A-B973-4653-A749-A804DEA2A3BB}" type="presParOf" srcId="{40F9774C-0050-4355-AB04-908EE22E707B}" destId="{E24BCFE9-44C4-43D0-999D-89B2BEFFF5FE}" srcOrd="2" destOrd="0" presId="urn:microsoft.com/office/officeart/2018/5/layout/IconCircleLabelList"/>
    <dgm:cxn modelId="{54B1864C-8840-4AEE-A2CE-7011D73AFD6F}" type="presParOf" srcId="{E24BCFE9-44C4-43D0-999D-89B2BEFFF5FE}" destId="{A54B18CA-051F-42CC-938F-1274C4766D25}" srcOrd="0" destOrd="0" presId="urn:microsoft.com/office/officeart/2018/5/layout/IconCircleLabelList"/>
    <dgm:cxn modelId="{73B57085-118A-46F2-B40B-2FB5468FE107}" type="presParOf" srcId="{E24BCFE9-44C4-43D0-999D-89B2BEFFF5FE}" destId="{39E6F0FA-988B-4586-9438-5C3ACFA094A6}" srcOrd="1" destOrd="0" presId="urn:microsoft.com/office/officeart/2018/5/layout/IconCircleLabelList"/>
    <dgm:cxn modelId="{9962DAB7-C296-4146-A4E1-83FD4F300158}" type="presParOf" srcId="{E24BCFE9-44C4-43D0-999D-89B2BEFFF5FE}" destId="{C7691B1E-0CAD-4BC8-A6FB-9A5E9858D7A7}" srcOrd="2" destOrd="0" presId="urn:microsoft.com/office/officeart/2018/5/layout/IconCircleLabelList"/>
    <dgm:cxn modelId="{713CF884-E8B1-4EA9-8E03-1A3DA4E13EA7}" type="presParOf" srcId="{E24BCFE9-44C4-43D0-999D-89B2BEFFF5FE}" destId="{BB8D7A2E-2FFD-48B3-AFFE-B37E99AA80EC}" srcOrd="3" destOrd="0" presId="urn:microsoft.com/office/officeart/2018/5/layout/IconCircleLabelList"/>
    <dgm:cxn modelId="{D7883D76-9859-43BE-BC71-FE45DC6594FD}" type="presParOf" srcId="{40F9774C-0050-4355-AB04-908EE22E707B}" destId="{829F17AF-6624-483D-A44B-2E905177CA0A}" srcOrd="3" destOrd="0" presId="urn:microsoft.com/office/officeart/2018/5/layout/IconCircleLabelList"/>
    <dgm:cxn modelId="{9F774E37-FCEB-4551-9CE6-67CC29D34CEC}" type="presParOf" srcId="{40F9774C-0050-4355-AB04-908EE22E707B}" destId="{4165087C-EABB-4525-AC03-3234CB59E152}" srcOrd="4" destOrd="0" presId="urn:microsoft.com/office/officeart/2018/5/layout/IconCircleLabelList"/>
    <dgm:cxn modelId="{646F426C-647C-4390-8B3B-55FA877EF5C6}" type="presParOf" srcId="{4165087C-EABB-4525-AC03-3234CB59E152}" destId="{2C9B397E-B5A6-4543-AF0D-56E317232999}" srcOrd="0" destOrd="0" presId="urn:microsoft.com/office/officeart/2018/5/layout/IconCircleLabelList"/>
    <dgm:cxn modelId="{AA32B5D8-286A-48F7-8510-BCE2319C9F17}" type="presParOf" srcId="{4165087C-EABB-4525-AC03-3234CB59E152}" destId="{8127CD4C-24AA-4C49-8060-C71DC564D651}" srcOrd="1" destOrd="0" presId="urn:microsoft.com/office/officeart/2018/5/layout/IconCircleLabelList"/>
    <dgm:cxn modelId="{CAF9508E-88BA-419B-B588-E950FCB9EEAF}" type="presParOf" srcId="{4165087C-EABB-4525-AC03-3234CB59E152}" destId="{1FBDFE54-1C7C-4988-9F91-3985A03B1C95}" srcOrd="2" destOrd="0" presId="urn:microsoft.com/office/officeart/2018/5/layout/IconCircleLabelList"/>
    <dgm:cxn modelId="{4E4A5F41-86CB-4B25-B62F-32D55D0C17C8}" type="presParOf" srcId="{4165087C-EABB-4525-AC03-3234CB59E152}" destId="{287360E0-7130-41A8-9CDB-65ED9DEE3647}" srcOrd="3" destOrd="0" presId="urn:microsoft.com/office/officeart/2018/5/layout/IconCircleLabelList"/>
    <dgm:cxn modelId="{7155DB6F-3DDF-42E7-BF22-5B05F78DEFF0}" type="presParOf" srcId="{40F9774C-0050-4355-AB04-908EE22E707B}" destId="{840B740E-781E-4F0D-90BB-1A080907552F}" srcOrd="5" destOrd="0" presId="urn:microsoft.com/office/officeart/2018/5/layout/IconCircleLabelList"/>
    <dgm:cxn modelId="{F5260AC4-0721-4D4F-B33F-014FDAE73AEE}" type="presParOf" srcId="{40F9774C-0050-4355-AB04-908EE22E707B}" destId="{1BB4B88F-8303-4B7D-BC9B-D5131FBC1BBC}" srcOrd="6" destOrd="0" presId="urn:microsoft.com/office/officeart/2018/5/layout/IconCircleLabelList"/>
    <dgm:cxn modelId="{BC3D60C2-18A3-44B4-A0FE-B66469CF0F80}" type="presParOf" srcId="{1BB4B88F-8303-4B7D-BC9B-D5131FBC1BBC}" destId="{3CFF8EEA-509A-44B0-819C-8C6FEB1C7529}" srcOrd="0" destOrd="0" presId="urn:microsoft.com/office/officeart/2018/5/layout/IconCircleLabelList"/>
    <dgm:cxn modelId="{0A43D2DE-ABE2-4E3C-8DE4-D475210D894B}" type="presParOf" srcId="{1BB4B88F-8303-4B7D-BC9B-D5131FBC1BBC}" destId="{7B9E782B-E673-4422-B190-2C938822A0F7}" srcOrd="1" destOrd="0" presId="urn:microsoft.com/office/officeart/2018/5/layout/IconCircleLabelList"/>
    <dgm:cxn modelId="{CBD1F7B7-64A7-4D41-92D8-9AE1C490DD23}" type="presParOf" srcId="{1BB4B88F-8303-4B7D-BC9B-D5131FBC1BBC}" destId="{6903C41E-1B29-4DA1-8650-9DFA24465960}" srcOrd="2" destOrd="0" presId="urn:microsoft.com/office/officeart/2018/5/layout/IconCircleLabelList"/>
    <dgm:cxn modelId="{8655B387-9BDD-45F1-A9EA-43FEC935E02C}" type="presParOf" srcId="{1BB4B88F-8303-4B7D-BC9B-D5131FBC1BBC}" destId="{D647ECDB-EE2C-4F63-BCA8-7A35F33A053C}" srcOrd="3" destOrd="0" presId="urn:microsoft.com/office/officeart/2018/5/layout/IconCircleLabelList"/>
    <dgm:cxn modelId="{4723A961-3FBD-4432-8741-79382FB2D981}" type="presParOf" srcId="{40F9774C-0050-4355-AB04-908EE22E707B}" destId="{0DC2F5FC-B6CD-42AA-BA2E-B9A9B7C39552}" srcOrd="7" destOrd="0" presId="urn:microsoft.com/office/officeart/2018/5/layout/IconCircleLabelList"/>
    <dgm:cxn modelId="{8ABF9690-9BC9-4F17-8FF5-D24247F29109}" type="presParOf" srcId="{40F9774C-0050-4355-AB04-908EE22E707B}" destId="{12F6A43A-9B59-49BE-97F2-21008FB61131}" srcOrd="8" destOrd="0" presId="urn:microsoft.com/office/officeart/2018/5/layout/IconCircleLabelList"/>
    <dgm:cxn modelId="{3A3E755B-763C-44FF-AAC8-4642F756D044}" type="presParOf" srcId="{12F6A43A-9B59-49BE-97F2-21008FB61131}" destId="{6BA380C1-DC82-44ED-908B-37AA1BEEAE4D}" srcOrd="0" destOrd="0" presId="urn:microsoft.com/office/officeart/2018/5/layout/IconCircleLabelList"/>
    <dgm:cxn modelId="{854AEE41-2DE5-4682-9879-00F1BDE28EE5}" type="presParOf" srcId="{12F6A43A-9B59-49BE-97F2-21008FB61131}" destId="{F2139983-971D-4AFA-845D-827D7627DE17}" srcOrd="1" destOrd="0" presId="urn:microsoft.com/office/officeart/2018/5/layout/IconCircleLabelList"/>
    <dgm:cxn modelId="{6A5D8BE1-3F42-48D2-A67F-6653E0611551}" type="presParOf" srcId="{12F6A43A-9B59-49BE-97F2-21008FB61131}" destId="{1B08F479-4053-4B33-B636-B7B97A9591A5}" srcOrd="2" destOrd="0" presId="urn:microsoft.com/office/officeart/2018/5/layout/IconCircleLabelList"/>
    <dgm:cxn modelId="{C0810FF2-DEC8-4139-BEBA-00CD28D6BEC5}" type="presParOf" srcId="{12F6A43A-9B59-49BE-97F2-21008FB61131}" destId="{54F1252B-D055-4C48-B9F6-0885FB505551}" srcOrd="3" destOrd="0" presId="urn:microsoft.com/office/officeart/2018/5/layout/IconCircleLabelList"/>
    <dgm:cxn modelId="{9B1E57D3-6A80-4E8F-A81F-228FFB62DCEC}" type="presParOf" srcId="{40F9774C-0050-4355-AB04-908EE22E707B}" destId="{8B12BD6C-958B-42C8-B248-534707F36676}" srcOrd="9" destOrd="0" presId="urn:microsoft.com/office/officeart/2018/5/layout/IconCircleLabelList"/>
    <dgm:cxn modelId="{1F42AF93-38FF-4AF1-BA85-10F3BFFEBA9B}" type="presParOf" srcId="{40F9774C-0050-4355-AB04-908EE22E707B}" destId="{112C87C4-0F4B-4CF4-A94B-DF0E40E516D9}" srcOrd="10" destOrd="0" presId="urn:microsoft.com/office/officeart/2018/5/layout/IconCircleLabelList"/>
    <dgm:cxn modelId="{AC9C6910-B8D1-486F-8177-E6E3B6A6E930}" type="presParOf" srcId="{112C87C4-0F4B-4CF4-A94B-DF0E40E516D9}" destId="{27A1AFCE-1894-4042-A926-B9082E21CADF}" srcOrd="0" destOrd="0" presId="urn:microsoft.com/office/officeart/2018/5/layout/IconCircleLabelList"/>
    <dgm:cxn modelId="{31ABB16C-4516-4178-9EF5-0E831967F6AB}" type="presParOf" srcId="{112C87C4-0F4B-4CF4-A94B-DF0E40E516D9}" destId="{5AFC36DA-B25F-4DB3-95C3-5FE528B328DE}" srcOrd="1" destOrd="0" presId="urn:microsoft.com/office/officeart/2018/5/layout/IconCircleLabelList"/>
    <dgm:cxn modelId="{DB97BDDD-3A57-43D4-ABE7-523E3CDB9818}" type="presParOf" srcId="{112C87C4-0F4B-4CF4-A94B-DF0E40E516D9}" destId="{558351A2-C53C-4DB1-9664-C40FDD56F380}" srcOrd="2" destOrd="0" presId="urn:microsoft.com/office/officeart/2018/5/layout/IconCircleLabelList"/>
    <dgm:cxn modelId="{96FC09AE-1D32-4F45-BAA4-FDBF1B8AFB89}" type="presParOf" srcId="{112C87C4-0F4B-4CF4-A94B-DF0E40E516D9}" destId="{F34B80CB-6AD5-4BFC-AEA0-D84403034B8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7532FEF-FA60-4BFA-A04B-C48D17AFDD1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7AEA680-71EA-4085-9ABB-74CD3CDD454E}">
      <dgm:prSet/>
      <dgm:spPr/>
      <dgm:t>
        <a:bodyPr/>
        <a:lstStyle/>
        <a:p>
          <a:r>
            <a:rPr lang="en-US"/>
            <a:t>Schildt, Herbert. </a:t>
          </a:r>
          <a:r>
            <a:rPr lang="en-US" i="1"/>
            <a:t>Java: The Complete Reference, 12th Edition</a:t>
          </a:r>
          <a:r>
            <a:rPr lang="en-US"/>
            <a:t>. McGraw Hill Education, 2021.</a:t>
          </a:r>
        </a:p>
      </dgm:t>
    </dgm:pt>
    <dgm:pt modelId="{623E14AE-F8AA-4949-801B-7284D7880A1A}" type="parTrans" cxnId="{B2297DCD-DA30-434A-883D-0369EC614FBE}">
      <dgm:prSet/>
      <dgm:spPr/>
      <dgm:t>
        <a:bodyPr/>
        <a:lstStyle/>
        <a:p>
          <a:endParaRPr lang="en-US"/>
        </a:p>
      </dgm:t>
    </dgm:pt>
    <dgm:pt modelId="{D0207C85-18C0-4AC0-8E82-33AE06003B7C}" type="sibTrans" cxnId="{B2297DCD-DA30-434A-883D-0369EC614FBE}">
      <dgm:prSet/>
      <dgm:spPr/>
      <dgm:t>
        <a:bodyPr/>
        <a:lstStyle/>
        <a:p>
          <a:endParaRPr lang="en-US"/>
        </a:p>
      </dgm:t>
    </dgm:pt>
    <dgm:pt modelId="{25255E9B-8301-4D53-94AF-1C7335CE413C}">
      <dgm:prSet/>
      <dgm:spPr/>
      <dgm:t>
        <a:bodyPr/>
        <a:lstStyle/>
        <a:p>
          <a:r>
            <a:rPr lang="en-US"/>
            <a:t>Bloch, Joshua. </a:t>
          </a:r>
          <a:r>
            <a:rPr lang="en-US" i="1"/>
            <a:t>Effective Java, 3rd Edition</a:t>
          </a:r>
          <a:r>
            <a:rPr lang="en-US"/>
            <a:t>. Addison-Wesley, 2018.</a:t>
          </a:r>
        </a:p>
      </dgm:t>
    </dgm:pt>
    <dgm:pt modelId="{FF34F6C7-9AE4-4701-A44D-16BC367FDFE9}" type="parTrans" cxnId="{4556B4F0-A0F3-4A26-B3DE-6F31993E6172}">
      <dgm:prSet/>
      <dgm:spPr/>
      <dgm:t>
        <a:bodyPr/>
        <a:lstStyle/>
        <a:p>
          <a:endParaRPr lang="en-US"/>
        </a:p>
      </dgm:t>
    </dgm:pt>
    <dgm:pt modelId="{339C5B81-657E-4C5F-982B-CF042BB59235}" type="sibTrans" cxnId="{4556B4F0-A0F3-4A26-B3DE-6F31993E6172}">
      <dgm:prSet/>
      <dgm:spPr/>
      <dgm:t>
        <a:bodyPr/>
        <a:lstStyle/>
        <a:p>
          <a:endParaRPr lang="en-US"/>
        </a:p>
      </dgm:t>
    </dgm:pt>
    <dgm:pt modelId="{4AAD1DDC-25C7-4075-9474-BA68E4253C51}">
      <dgm:prSet/>
      <dgm:spPr/>
      <dgm:t>
        <a:bodyPr/>
        <a:lstStyle/>
        <a:p>
          <a:r>
            <a:rPr lang="en-US"/>
            <a:t>Elmasri, Ramez, and Navathe, Shamkant B. </a:t>
          </a:r>
          <a:r>
            <a:rPr lang="en-US" i="1"/>
            <a:t>Fundamentals of Database Systems, 7th Edition</a:t>
          </a:r>
          <a:r>
            <a:rPr lang="en-US"/>
            <a:t>. Pearson, 2016.</a:t>
          </a:r>
        </a:p>
      </dgm:t>
    </dgm:pt>
    <dgm:pt modelId="{C3AA71C5-FBBA-4F83-A9F4-D0B8DBE0CBB3}" type="parTrans" cxnId="{60CE3319-FA64-4CF7-BF99-4FA16D5059E7}">
      <dgm:prSet/>
      <dgm:spPr/>
      <dgm:t>
        <a:bodyPr/>
        <a:lstStyle/>
        <a:p>
          <a:endParaRPr lang="en-US"/>
        </a:p>
      </dgm:t>
    </dgm:pt>
    <dgm:pt modelId="{A4BE7887-9010-4418-8215-98834B8C9290}" type="sibTrans" cxnId="{60CE3319-FA64-4CF7-BF99-4FA16D5059E7}">
      <dgm:prSet/>
      <dgm:spPr/>
      <dgm:t>
        <a:bodyPr/>
        <a:lstStyle/>
        <a:p>
          <a:endParaRPr lang="en-US"/>
        </a:p>
      </dgm:t>
    </dgm:pt>
    <dgm:pt modelId="{3FE952A7-EB24-47ED-B5FF-89228DAB13D9}">
      <dgm:prSet/>
      <dgm:spPr/>
      <dgm:t>
        <a:bodyPr/>
        <a:lstStyle/>
        <a:p>
          <a:r>
            <a:rPr lang="en-US"/>
            <a:t>Oracle. </a:t>
          </a:r>
          <a:r>
            <a:rPr lang="en-US" i="1"/>
            <a:t>Java Platform, Standard Edition Documentation</a:t>
          </a:r>
          <a:r>
            <a:rPr lang="en-US"/>
            <a:t>. Available at: </a:t>
          </a:r>
          <a:r>
            <a:rPr lang="en-US">
              <a:hlinkClick xmlns:r="http://schemas.openxmlformats.org/officeDocument/2006/relationships" r:id="rId1"/>
            </a:rPr>
            <a:t>https://docs.oracle.com/javase/</a:t>
          </a:r>
          <a:endParaRPr lang="en-US"/>
        </a:p>
      </dgm:t>
    </dgm:pt>
    <dgm:pt modelId="{2322AA40-3A5D-4DA3-A4EE-3FF829795F60}" type="parTrans" cxnId="{73AF29C0-24F4-4543-A6D5-ECB21F905963}">
      <dgm:prSet/>
      <dgm:spPr/>
      <dgm:t>
        <a:bodyPr/>
        <a:lstStyle/>
        <a:p>
          <a:endParaRPr lang="en-US"/>
        </a:p>
      </dgm:t>
    </dgm:pt>
    <dgm:pt modelId="{E6C34370-BD34-4BC2-B9BB-542D9A547A36}" type="sibTrans" cxnId="{73AF29C0-24F4-4543-A6D5-ECB21F905963}">
      <dgm:prSet/>
      <dgm:spPr/>
      <dgm:t>
        <a:bodyPr/>
        <a:lstStyle/>
        <a:p>
          <a:endParaRPr lang="en-US"/>
        </a:p>
      </dgm:t>
    </dgm:pt>
    <dgm:pt modelId="{737D59C3-51C6-4165-9254-EC54A30967A0}">
      <dgm:prSet/>
      <dgm:spPr/>
      <dgm:t>
        <a:bodyPr/>
        <a:lstStyle/>
        <a:p>
          <a:r>
            <a:rPr lang="en-US"/>
            <a:t>MySQL. </a:t>
          </a:r>
          <a:r>
            <a:rPr lang="en-US" i="1"/>
            <a:t>MySQL 8.0 Reference Manual</a:t>
          </a:r>
          <a:r>
            <a:rPr lang="en-US"/>
            <a:t>. Available at: </a:t>
          </a:r>
          <a:r>
            <a:rPr lang="en-US">
              <a:hlinkClick xmlns:r="http://schemas.openxmlformats.org/officeDocument/2006/relationships" r:id="rId2"/>
            </a:rPr>
            <a:t>https://dev.mysql.com/doc/</a:t>
          </a:r>
          <a:endParaRPr lang="en-US"/>
        </a:p>
      </dgm:t>
    </dgm:pt>
    <dgm:pt modelId="{A1E01DD6-8EE8-42DC-AC26-FD1998E710BA}" type="parTrans" cxnId="{017378FB-FFCB-4317-85AB-9D8023D678FD}">
      <dgm:prSet/>
      <dgm:spPr/>
      <dgm:t>
        <a:bodyPr/>
        <a:lstStyle/>
        <a:p>
          <a:endParaRPr lang="en-US"/>
        </a:p>
      </dgm:t>
    </dgm:pt>
    <dgm:pt modelId="{30E28E12-2782-49A2-A90C-7DEDF4B9EFB4}" type="sibTrans" cxnId="{017378FB-FFCB-4317-85AB-9D8023D678FD}">
      <dgm:prSet/>
      <dgm:spPr/>
      <dgm:t>
        <a:bodyPr/>
        <a:lstStyle/>
        <a:p>
          <a:endParaRPr lang="en-US"/>
        </a:p>
      </dgm:t>
    </dgm:pt>
    <dgm:pt modelId="{F9E11DD5-C8E3-5A4E-BEC6-327CD26602BC}" type="pres">
      <dgm:prSet presAssocID="{67532FEF-FA60-4BFA-A04B-C48D17AFDD17}" presName="vert0" presStyleCnt="0">
        <dgm:presLayoutVars>
          <dgm:dir/>
          <dgm:animOne val="branch"/>
          <dgm:animLvl val="lvl"/>
        </dgm:presLayoutVars>
      </dgm:prSet>
      <dgm:spPr/>
    </dgm:pt>
    <dgm:pt modelId="{18906BEF-A53C-AD4D-B1B5-4B1248308746}" type="pres">
      <dgm:prSet presAssocID="{47AEA680-71EA-4085-9ABB-74CD3CDD454E}" presName="thickLine" presStyleLbl="alignNode1" presStyleIdx="0" presStyleCnt="5"/>
      <dgm:spPr/>
    </dgm:pt>
    <dgm:pt modelId="{E809976C-588B-704B-B6C7-135706256D53}" type="pres">
      <dgm:prSet presAssocID="{47AEA680-71EA-4085-9ABB-74CD3CDD454E}" presName="horz1" presStyleCnt="0"/>
      <dgm:spPr/>
    </dgm:pt>
    <dgm:pt modelId="{F2316C9C-7CF7-8542-9E4D-84AC01B943F4}" type="pres">
      <dgm:prSet presAssocID="{47AEA680-71EA-4085-9ABB-74CD3CDD454E}" presName="tx1" presStyleLbl="revTx" presStyleIdx="0" presStyleCnt="5"/>
      <dgm:spPr/>
    </dgm:pt>
    <dgm:pt modelId="{1016456E-5105-FF4B-A84E-3BBF227CD3CA}" type="pres">
      <dgm:prSet presAssocID="{47AEA680-71EA-4085-9ABB-74CD3CDD454E}" presName="vert1" presStyleCnt="0"/>
      <dgm:spPr/>
    </dgm:pt>
    <dgm:pt modelId="{9DD95D85-72AA-894D-98A0-4ECEC57F063B}" type="pres">
      <dgm:prSet presAssocID="{25255E9B-8301-4D53-94AF-1C7335CE413C}" presName="thickLine" presStyleLbl="alignNode1" presStyleIdx="1" presStyleCnt="5"/>
      <dgm:spPr/>
    </dgm:pt>
    <dgm:pt modelId="{6A74E8F7-55B4-4D4A-A055-80CC65E7E904}" type="pres">
      <dgm:prSet presAssocID="{25255E9B-8301-4D53-94AF-1C7335CE413C}" presName="horz1" presStyleCnt="0"/>
      <dgm:spPr/>
    </dgm:pt>
    <dgm:pt modelId="{9ABC99F4-43B3-F34F-BF5C-1D0A12A2C916}" type="pres">
      <dgm:prSet presAssocID="{25255E9B-8301-4D53-94AF-1C7335CE413C}" presName="tx1" presStyleLbl="revTx" presStyleIdx="1" presStyleCnt="5"/>
      <dgm:spPr/>
    </dgm:pt>
    <dgm:pt modelId="{1CC2DFF3-F39A-F845-AB23-9F7055A0B433}" type="pres">
      <dgm:prSet presAssocID="{25255E9B-8301-4D53-94AF-1C7335CE413C}" presName="vert1" presStyleCnt="0"/>
      <dgm:spPr/>
    </dgm:pt>
    <dgm:pt modelId="{8A35A223-2057-7844-AD5C-689925A84D5E}" type="pres">
      <dgm:prSet presAssocID="{4AAD1DDC-25C7-4075-9474-BA68E4253C51}" presName="thickLine" presStyleLbl="alignNode1" presStyleIdx="2" presStyleCnt="5"/>
      <dgm:spPr/>
    </dgm:pt>
    <dgm:pt modelId="{DDE0380A-922E-C04F-8851-C7696BCF0798}" type="pres">
      <dgm:prSet presAssocID="{4AAD1DDC-25C7-4075-9474-BA68E4253C51}" presName="horz1" presStyleCnt="0"/>
      <dgm:spPr/>
    </dgm:pt>
    <dgm:pt modelId="{00528057-56A4-F34A-9168-E02CE2424F43}" type="pres">
      <dgm:prSet presAssocID="{4AAD1DDC-25C7-4075-9474-BA68E4253C51}" presName="tx1" presStyleLbl="revTx" presStyleIdx="2" presStyleCnt="5"/>
      <dgm:spPr/>
    </dgm:pt>
    <dgm:pt modelId="{631E54CD-55F0-E64A-8393-A2026CDB78DF}" type="pres">
      <dgm:prSet presAssocID="{4AAD1DDC-25C7-4075-9474-BA68E4253C51}" presName="vert1" presStyleCnt="0"/>
      <dgm:spPr/>
    </dgm:pt>
    <dgm:pt modelId="{5DC23739-7A95-524E-BF94-30A9B3FC66B7}" type="pres">
      <dgm:prSet presAssocID="{3FE952A7-EB24-47ED-B5FF-89228DAB13D9}" presName="thickLine" presStyleLbl="alignNode1" presStyleIdx="3" presStyleCnt="5"/>
      <dgm:spPr/>
    </dgm:pt>
    <dgm:pt modelId="{10B932AB-5CED-5443-B4BF-DD95D81AA39D}" type="pres">
      <dgm:prSet presAssocID="{3FE952A7-EB24-47ED-B5FF-89228DAB13D9}" presName="horz1" presStyleCnt="0"/>
      <dgm:spPr/>
    </dgm:pt>
    <dgm:pt modelId="{2376C578-8483-DA44-A482-EFF5AC0A45A0}" type="pres">
      <dgm:prSet presAssocID="{3FE952A7-EB24-47ED-B5FF-89228DAB13D9}" presName="tx1" presStyleLbl="revTx" presStyleIdx="3" presStyleCnt="5"/>
      <dgm:spPr/>
    </dgm:pt>
    <dgm:pt modelId="{AD0699A9-10CD-834A-8FBC-F7AA7216E78F}" type="pres">
      <dgm:prSet presAssocID="{3FE952A7-EB24-47ED-B5FF-89228DAB13D9}" presName="vert1" presStyleCnt="0"/>
      <dgm:spPr/>
    </dgm:pt>
    <dgm:pt modelId="{251E3488-7CA7-3C40-8701-93B942673C16}" type="pres">
      <dgm:prSet presAssocID="{737D59C3-51C6-4165-9254-EC54A30967A0}" presName="thickLine" presStyleLbl="alignNode1" presStyleIdx="4" presStyleCnt="5"/>
      <dgm:spPr/>
    </dgm:pt>
    <dgm:pt modelId="{B95B1D7E-7A7A-2F41-A9A5-273A36B52010}" type="pres">
      <dgm:prSet presAssocID="{737D59C3-51C6-4165-9254-EC54A30967A0}" presName="horz1" presStyleCnt="0"/>
      <dgm:spPr/>
    </dgm:pt>
    <dgm:pt modelId="{93B976AA-8FF5-3349-9427-1DE226746012}" type="pres">
      <dgm:prSet presAssocID="{737D59C3-51C6-4165-9254-EC54A30967A0}" presName="tx1" presStyleLbl="revTx" presStyleIdx="4" presStyleCnt="5"/>
      <dgm:spPr/>
    </dgm:pt>
    <dgm:pt modelId="{A7AE3B7E-3C99-5E4E-82AA-2177037E7422}" type="pres">
      <dgm:prSet presAssocID="{737D59C3-51C6-4165-9254-EC54A30967A0}" presName="vert1" presStyleCnt="0"/>
      <dgm:spPr/>
    </dgm:pt>
  </dgm:ptLst>
  <dgm:cxnLst>
    <dgm:cxn modelId="{BE4AA20A-4560-DD49-BC79-B39779854A50}" type="presOf" srcId="{25255E9B-8301-4D53-94AF-1C7335CE413C}" destId="{9ABC99F4-43B3-F34F-BF5C-1D0A12A2C916}" srcOrd="0" destOrd="0" presId="urn:microsoft.com/office/officeart/2008/layout/LinedList"/>
    <dgm:cxn modelId="{60CE3319-FA64-4CF7-BF99-4FA16D5059E7}" srcId="{67532FEF-FA60-4BFA-A04B-C48D17AFDD17}" destId="{4AAD1DDC-25C7-4075-9474-BA68E4253C51}" srcOrd="2" destOrd="0" parTransId="{C3AA71C5-FBBA-4F83-A9F4-D0B8DBE0CBB3}" sibTransId="{A4BE7887-9010-4418-8215-98834B8C9290}"/>
    <dgm:cxn modelId="{69766C68-7C45-E947-A2BD-C1C67BB2D783}" type="presOf" srcId="{67532FEF-FA60-4BFA-A04B-C48D17AFDD17}" destId="{F9E11DD5-C8E3-5A4E-BEC6-327CD26602BC}" srcOrd="0" destOrd="0" presId="urn:microsoft.com/office/officeart/2008/layout/LinedList"/>
    <dgm:cxn modelId="{45A6877A-168A-9F40-B096-D9E7289CCF88}" type="presOf" srcId="{4AAD1DDC-25C7-4075-9474-BA68E4253C51}" destId="{00528057-56A4-F34A-9168-E02CE2424F43}" srcOrd="0" destOrd="0" presId="urn:microsoft.com/office/officeart/2008/layout/LinedList"/>
    <dgm:cxn modelId="{6241D1A8-E06B-E04A-85AA-BD09AF3FB043}" type="presOf" srcId="{3FE952A7-EB24-47ED-B5FF-89228DAB13D9}" destId="{2376C578-8483-DA44-A482-EFF5AC0A45A0}" srcOrd="0" destOrd="0" presId="urn:microsoft.com/office/officeart/2008/layout/LinedList"/>
    <dgm:cxn modelId="{73AF29C0-24F4-4543-A6D5-ECB21F905963}" srcId="{67532FEF-FA60-4BFA-A04B-C48D17AFDD17}" destId="{3FE952A7-EB24-47ED-B5FF-89228DAB13D9}" srcOrd="3" destOrd="0" parTransId="{2322AA40-3A5D-4DA3-A4EE-3FF829795F60}" sibTransId="{E6C34370-BD34-4BC2-B9BB-542D9A547A36}"/>
    <dgm:cxn modelId="{B2297DCD-DA30-434A-883D-0369EC614FBE}" srcId="{67532FEF-FA60-4BFA-A04B-C48D17AFDD17}" destId="{47AEA680-71EA-4085-9ABB-74CD3CDD454E}" srcOrd="0" destOrd="0" parTransId="{623E14AE-F8AA-4949-801B-7284D7880A1A}" sibTransId="{D0207C85-18C0-4AC0-8E82-33AE06003B7C}"/>
    <dgm:cxn modelId="{B25745D2-6B39-6945-B494-A3F41CB5BF7C}" type="presOf" srcId="{47AEA680-71EA-4085-9ABB-74CD3CDD454E}" destId="{F2316C9C-7CF7-8542-9E4D-84AC01B943F4}" srcOrd="0" destOrd="0" presId="urn:microsoft.com/office/officeart/2008/layout/LinedList"/>
    <dgm:cxn modelId="{F10797D5-7F21-4542-88F6-5FD02719E83D}" type="presOf" srcId="{737D59C3-51C6-4165-9254-EC54A30967A0}" destId="{93B976AA-8FF5-3349-9427-1DE226746012}" srcOrd="0" destOrd="0" presId="urn:microsoft.com/office/officeart/2008/layout/LinedList"/>
    <dgm:cxn modelId="{4556B4F0-A0F3-4A26-B3DE-6F31993E6172}" srcId="{67532FEF-FA60-4BFA-A04B-C48D17AFDD17}" destId="{25255E9B-8301-4D53-94AF-1C7335CE413C}" srcOrd="1" destOrd="0" parTransId="{FF34F6C7-9AE4-4701-A44D-16BC367FDFE9}" sibTransId="{339C5B81-657E-4C5F-982B-CF042BB59235}"/>
    <dgm:cxn modelId="{017378FB-FFCB-4317-85AB-9D8023D678FD}" srcId="{67532FEF-FA60-4BFA-A04B-C48D17AFDD17}" destId="{737D59C3-51C6-4165-9254-EC54A30967A0}" srcOrd="4" destOrd="0" parTransId="{A1E01DD6-8EE8-42DC-AC26-FD1998E710BA}" sibTransId="{30E28E12-2782-49A2-A90C-7DEDF4B9EFB4}"/>
    <dgm:cxn modelId="{C7EDF8C6-5799-DC4E-8695-23FBB7583DB1}" type="presParOf" srcId="{F9E11DD5-C8E3-5A4E-BEC6-327CD26602BC}" destId="{18906BEF-A53C-AD4D-B1B5-4B1248308746}" srcOrd="0" destOrd="0" presId="urn:microsoft.com/office/officeart/2008/layout/LinedList"/>
    <dgm:cxn modelId="{913FF51D-3BDC-0740-B278-EECEA08D12D0}" type="presParOf" srcId="{F9E11DD5-C8E3-5A4E-BEC6-327CD26602BC}" destId="{E809976C-588B-704B-B6C7-135706256D53}" srcOrd="1" destOrd="0" presId="urn:microsoft.com/office/officeart/2008/layout/LinedList"/>
    <dgm:cxn modelId="{8433255E-0788-9B45-86A0-C289989D47EE}" type="presParOf" srcId="{E809976C-588B-704B-B6C7-135706256D53}" destId="{F2316C9C-7CF7-8542-9E4D-84AC01B943F4}" srcOrd="0" destOrd="0" presId="urn:microsoft.com/office/officeart/2008/layout/LinedList"/>
    <dgm:cxn modelId="{FC922098-0B96-6F41-B29D-778A5CF4FC63}" type="presParOf" srcId="{E809976C-588B-704B-B6C7-135706256D53}" destId="{1016456E-5105-FF4B-A84E-3BBF227CD3CA}" srcOrd="1" destOrd="0" presId="urn:microsoft.com/office/officeart/2008/layout/LinedList"/>
    <dgm:cxn modelId="{0964D94B-2C72-F140-8A08-E47DC95BCDB3}" type="presParOf" srcId="{F9E11DD5-C8E3-5A4E-BEC6-327CD26602BC}" destId="{9DD95D85-72AA-894D-98A0-4ECEC57F063B}" srcOrd="2" destOrd="0" presId="urn:microsoft.com/office/officeart/2008/layout/LinedList"/>
    <dgm:cxn modelId="{5F73B339-8D9B-494D-A5AF-71BF5E774907}" type="presParOf" srcId="{F9E11DD5-C8E3-5A4E-BEC6-327CD26602BC}" destId="{6A74E8F7-55B4-4D4A-A055-80CC65E7E904}" srcOrd="3" destOrd="0" presId="urn:microsoft.com/office/officeart/2008/layout/LinedList"/>
    <dgm:cxn modelId="{CCB1419C-B246-AC4E-861D-201025DA68E5}" type="presParOf" srcId="{6A74E8F7-55B4-4D4A-A055-80CC65E7E904}" destId="{9ABC99F4-43B3-F34F-BF5C-1D0A12A2C916}" srcOrd="0" destOrd="0" presId="urn:microsoft.com/office/officeart/2008/layout/LinedList"/>
    <dgm:cxn modelId="{ED607B0D-8765-2B48-9356-B4CAC906E93A}" type="presParOf" srcId="{6A74E8F7-55B4-4D4A-A055-80CC65E7E904}" destId="{1CC2DFF3-F39A-F845-AB23-9F7055A0B433}" srcOrd="1" destOrd="0" presId="urn:microsoft.com/office/officeart/2008/layout/LinedList"/>
    <dgm:cxn modelId="{E89E0666-AB84-2142-B6EA-5B518E660F66}" type="presParOf" srcId="{F9E11DD5-C8E3-5A4E-BEC6-327CD26602BC}" destId="{8A35A223-2057-7844-AD5C-689925A84D5E}" srcOrd="4" destOrd="0" presId="urn:microsoft.com/office/officeart/2008/layout/LinedList"/>
    <dgm:cxn modelId="{16F3A652-6CDE-C142-AD55-F48853911A33}" type="presParOf" srcId="{F9E11DD5-C8E3-5A4E-BEC6-327CD26602BC}" destId="{DDE0380A-922E-C04F-8851-C7696BCF0798}" srcOrd="5" destOrd="0" presId="urn:microsoft.com/office/officeart/2008/layout/LinedList"/>
    <dgm:cxn modelId="{092E7777-B1E3-F241-ACBB-A173FAA91FE9}" type="presParOf" srcId="{DDE0380A-922E-C04F-8851-C7696BCF0798}" destId="{00528057-56A4-F34A-9168-E02CE2424F43}" srcOrd="0" destOrd="0" presId="urn:microsoft.com/office/officeart/2008/layout/LinedList"/>
    <dgm:cxn modelId="{48C5D839-084C-9044-BE2B-7F57306657F0}" type="presParOf" srcId="{DDE0380A-922E-C04F-8851-C7696BCF0798}" destId="{631E54CD-55F0-E64A-8393-A2026CDB78DF}" srcOrd="1" destOrd="0" presId="urn:microsoft.com/office/officeart/2008/layout/LinedList"/>
    <dgm:cxn modelId="{F37BD6F1-2F42-AB45-8625-269D11C0E0DF}" type="presParOf" srcId="{F9E11DD5-C8E3-5A4E-BEC6-327CD26602BC}" destId="{5DC23739-7A95-524E-BF94-30A9B3FC66B7}" srcOrd="6" destOrd="0" presId="urn:microsoft.com/office/officeart/2008/layout/LinedList"/>
    <dgm:cxn modelId="{9173158B-2CB9-414E-8E62-587842468767}" type="presParOf" srcId="{F9E11DD5-C8E3-5A4E-BEC6-327CD26602BC}" destId="{10B932AB-5CED-5443-B4BF-DD95D81AA39D}" srcOrd="7" destOrd="0" presId="urn:microsoft.com/office/officeart/2008/layout/LinedList"/>
    <dgm:cxn modelId="{437E0C86-8A31-6E41-9E5B-018033E9A16F}" type="presParOf" srcId="{10B932AB-5CED-5443-B4BF-DD95D81AA39D}" destId="{2376C578-8483-DA44-A482-EFF5AC0A45A0}" srcOrd="0" destOrd="0" presId="urn:microsoft.com/office/officeart/2008/layout/LinedList"/>
    <dgm:cxn modelId="{7F94DF2F-4447-B14B-9E0A-96B61C393689}" type="presParOf" srcId="{10B932AB-5CED-5443-B4BF-DD95D81AA39D}" destId="{AD0699A9-10CD-834A-8FBC-F7AA7216E78F}" srcOrd="1" destOrd="0" presId="urn:microsoft.com/office/officeart/2008/layout/LinedList"/>
    <dgm:cxn modelId="{F99349E8-A33C-6847-9786-3B35A7CE2B66}" type="presParOf" srcId="{F9E11DD5-C8E3-5A4E-BEC6-327CD26602BC}" destId="{251E3488-7CA7-3C40-8701-93B942673C16}" srcOrd="8" destOrd="0" presId="urn:microsoft.com/office/officeart/2008/layout/LinedList"/>
    <dgm:cxn modelId="{2E338E15-3D79-424E-A27F-FD7D7EA4CE9E}" type="presParOf" srcId="{F9E11DD5-C8E3-5A4E-BEC6-327CD26602BC}" destId="{B95B1D7E-7A7A-2F41-A9A5-273A36B52010}" srcOrd="9" destOrd="0" presId="urn:microsoft.com/office/officeart/2008/layout/LinedList"/>
    <dgm:cxn modelId="{23B68C9B-9D01-2F42-AA16-7F19C7779D80}" type="presParOf" srcId="{B95B1D7E-7A7A-2F41-A9A5-273A36B52010}" destId="{93B976AA-8FF5-3349-9427-1DE226746012}" srcOrd="0" destOrd="0" presId="urn:microsoft.com/office/officeart/2008/layout/LinedList"/>
    <dgm:cxn modelId="{EC5EBEC0-51FF-B447-8034-365794D516CD}" type="presParOf" srcId="{B95B1D7E-7A7A-2F41-A9A5-273A36B52010}" destId="{A7AE3B7E-3C99-5E4E-82AA-2177037E742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45D07-055E-4B24-A2A5-CF28B456A944}">
      <dsp:nvSpPr>
        <dsp:cNvPr id="0" name=""/>
        <dsp:cNvSpPr/>
      </dsp:nvSpPr>
      <dsp:spPr>
        <a:xfrm>
          <a:off x="0" y="697"/>
          <a:ext cx="6096000" cy="16324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1EFCC-1BFC-4002-BF67-CF0A3F5B330D}">
      <dsp:nvSpPr>
        <dsp:cNvPr id="0" name=""/>
        <dsp:cNvSpPr/>
      </dsp:nvSpPr>
      <dsp:spPr>
        <a:xfrm>
          <a:off x="493818" y="368000"/>
          <a:ext cx="897852" cy="8978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60798B-FEAD-4720-8059-074FB00B734C}">
      <dsp:nvSpPr>
        <dsp:cNvPr id="0" name=""/>
        <dsp:cNvSpPr/>
      </dsp:nvSpPr>
      <dsp:spPr>
        <a:xfrm>
          <a:off x="1885489" y="697"/>
          <a:ext cx="4210510" cy="1632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68" tIns="172768" rIns="172768" bIns="17276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 dirty="0"/>
            <a:t>Spunvice</a:t>
          </a:r>
          <a:r>
            <a:rPr lang="en-US" sz="2200" kern="1200" dirty="0"/>
            <a:t> is a </a:t>
          </a:r>
          <a:r>
            <a:rPr lang="en-US" sz="2200" b="1" kern="1200" dirty="0"/>
            <a:t>cross-platform application store</a:t>
          </a:r>
          <a:r>
            <a:rPr lang="en-US" sz="2200" kern="1200" dirty="0"/>
            <a:t> designed to work seamlessly across operating systems.</a:t>
          </a:r>
        </a:p>
      </dsp:txBody>
      <dsp:txXfrm>
        <a:off x="1885489" y="697"/>
        <a:ext cx="4210510" cy="1632458"/>
      </dsp:txXfrm>
    </dsp:sp>
    <dsp:sp modelId="{D21AED2D-54DD-4CE6-9342-7C7A80B2114B}">
      <dsp:nvSpPr>
        <dsp:cNvPr id="0" name=""/>
        <dsp:cNvSpPr/>
      </dsp:nvSpPr>
      <dsp:spPr>
        <a:xfrm>
          <a:off x="0" y="2041270"/>
          <a:ext cx="6096000" cy="16324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6487AD-3CDE-40CB-837F-AB538AF84953}">
      <dsp:nvSpPr>
        <dsp:cNvPr id="0" name=""/>
        <dsp:cNvSpPr/>
      </dsp:nvSpPr>
      <dsp:spPr>
        <a:xfrm>
          <a:off x="493818" y="2408573"/>
          <a:ext cx="897852" cy="8978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16F35-BE37-428D-8D49-FE25392CFC7C}">
      <dsp:nvSpPr>
        <dsp:cNvPr id="0" name=""/>
        <dsp:cNvSpPr/>
      </dsp:nvSpPr>
      <dsp:spPr>
        <a:xfrm>
          <a:off x="1885489" y="2041270"/>
          <a:ext cx="4210510" cy="1632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68" tIns="172768" rIns="172768" bIns="17276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Implemented using </a:t>
          </a:r>
          <a:r>
            <a:rPr lang="en-US" sz="2200" b="1" kern="1200"/>
            <a:t>Java</a:t>
          </a:r>
          <a:r>
            <a:rPr lang="en-US" sz="2200" kern="1200"/>
            <a:t> for portability, scalability, and cross-platform support.</a:t>
          </a:r>
        </a:p>
      </dsp:txBody>
      <dsp:txXfrm>
        <a:off x="1885489" y="2041270"/>
        <a:ext cx="4210510" cy="1632458"/>
      </dsp:txXfrm>
    </dsp:sp>
    <dsp:sp modelId="{BDBB8477-B28E-43C4-A709-A0236BD7F6D9}">
      <dsp:nvSpPr>
        <dsp:cNvPr id="0" name=""/>
        <dsp:cNvSpPr/>
      </dsp:nvSpPr>
      <dsp:spPr>
        <a:xfrm>
          <a:off x="0" y="4081843"/>
          <a:ext cx="6096000" cy="16324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DB2F9-E659-4D70-BF2F-B4DD0801266D}">
      <dsp:nvSpPr>
        <dsp:cNvPr id="0" name=""/>
        <dsp:cNvSpPr/>
      </dsp:nvSpPr>
      <dsp:spPr>
        <a:xfrm>
          <a:off x="493818" y="4449146"/>
          <a:ext cx="897852" cy="8978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03D88-3589-49E2-B419-D45149C1BF78}">
      <dsp:nvSpPr>
        <dsp:cNvPr id="0" name=""/>
        <dsp:cNvSpPr/>
      </dsp:nvSpPr>
      <dsp:spPr>
        <a:xfrm>
          <a:off x="1885489" y="4081843"/>
          <a:ext cx="4210510" cy="1632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68" tIns="172768" rIns="172768" bIns="17276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Aims to eliminate OS-specific restrictions in app distribution.</a:t>
          </a:r>
        </a:p>
      </dsp:txBody>
      <dsp:txXfrm>
        <a:off x="1885489" y="4081843"/>
        <a:ext cx="4210510" cy="16324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E96B2-2CD9-9A4B-8153-3A8117358F7B}">
      <dsp:nvSpPr>
        <dsp:cNvPr id="0" name=""/>
        <dsp:cNvSpPr/>
      </dsp:nvSpPr>
      <dsp:spPr>
        <a:xfrm>
          <a:off x="0" y="0"/>
          <a:ext cx="7104828" cy="6854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User searches for app in Spunvice.</a:t>
          </a:r>
        </a:p>
      </dsp:txBody>
      <dsp:txXfrm>
        <a:off x="20076" y="20076"/>
        <a:ext cx="6307239" cy="645310"/>
      </dsp:txXfrm>
    </dsp:sp>
    <dsp:sp modelId="{57959FC4-D303-4947-BA62-8CC4F2303E21}">
      <dsp:nvSpPr>
        <dsp:cNvPr id="0" name=""/>
        <dsp:cNvSpPr/>
      </dsp:nvSpPr>
      <dsp:spPr>
        <a:xfrm>
          <a:off x="595029" y="810092"/>
          <a:ext cx="7104828" cy="685462"/>
        </a:xfrm>
        <a:prstGeom prst="roundRect">
          <a:avLst>
            <a:gd name="adj" fmla="val 10000"/>
          </a:avLst>
        </a:prstGeom>
        <a:solidFill>
          <a:schemeClr val="accent2">
            <a:hueOff val="-5316146"/>
            <a:satOff val="5805"/>
            <a:lumOff val="-20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Compatibility engine checks device/OS.</a:t>
          </a:r>
        </a:p>
      </dsp:txBody>
      <dsp:txXfrm>
        <a:off x="615105" y="830168"/>
        <a:ext cx="6024095" cy="645310"/>
      </dsp:txXfrm>
    </dsp:sp>
    <dsp:sp modelId="{34C5FD26-DA8E-C840-8F7E-75AE8A54B561}">
      <dsp:nvSpPr>
        <dsp:cNvPr id="0" name=""/>
        <dsp:cNvSpPr/>
      </dsp:nvSpPr>
      <dsp:spPr>
        <a:xfrm>
          <a:off x="1181177" y="1620184"/>
          <a:ext cx="7104828" cy="685462"/>
        </a:xfrm>
        <a:prstGeom prst="roundRect">
          <a:avLst>
            <a:gd name="adj" fmla="val 10000"/>
          </a:avLst>
        </a:prstGeom>
        <a:solidFill>
          <a:schemeClr val="accent2">
            <a:hueOff val="-10632293"/>
            <a:satOff val="11611"/>
            <a:lumOff val="-40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App downloads correct version automatically.</a:t>
          </a:r>
        </a:p>
      </dsp:txBody>
      <dsp:txXfrm>
        <a:off x="1201253" y="1640260"/>
        <a:ext cx="6032976" cy="645310"/>
      </dsp:txXfrm>
    </dsp:sp>
    <dsp:sp modelId="{029866A6-DF0E-9E47-B23D-3C1386937A83}">
      <dsp:nvSpPr>
        <dsp:cNvPr id="0" name=""/>
        <dsp:cNvSpPr/>
      </dsp:nvSpPr>
      <dsp:spPr>
        <a:xfrm>
          <a:off x="1776206" y="2430277"/>
          <a:ext cx="7104828" cy="685462"/>
        </a:xfrm>
        <a:prstGeom prst="roundRect">
          <a:avLst>
            <a:gd name="adj" fmla="val 10000"/>
          </a:avLst>
        </a:prstGeom>
        <a:solidFill>
          <a:schemeClr val="accent2">
            <a:hueOff val="-15948439"/>
            <a:satOff val="17416"/>
            <a:lumOff val="-60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Cloud-based account syncs purchases across devices.</a:t>
          </a:r>
        </a:p>
      </dsp:txBody>
      <dsp:txXfrm>
        <a:off x="1796282" y="2450353"/>
        <a:ext cx="6024095" cy="645310"/>
      </dsp:txXfrm>
    </dsp:sp>
    <dsp:sp modelId="{E010032D-C33B-CA49-B4F3-A32E80555E33}">
      <dsp:nvSpPr>
        <dsp:cNvPr id="0" name=""/>
        <dsp:cNvSpPr/>
      </dsp:nvSpPr>
      <dsp:spPr>
        <a:xfrm>
          <a:off x="6659277" y="525002"/>
          <a:ext cx="445550" cy="44555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759526" y="525002"/>
        <a:ext cx="245052" cy="335276"/>
      </dsp:txXfrm>
    </dsp:sp>
    <dsp:sp modelId="{38EDDA00-066A-A248-929B-DE93D75FA725}">
      <dsp:nvSpPr>
        <dsp:cNvPr id="0" name=""/>
        <dsp:cNvSpPr/>
      </dsp:nvSpPr>
      <dsp:spPr>
        <a:xfrm>
          <a:off x="7254306" y="1335094"/>
          <a:ext cx="445550" cy="44555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207828"/>
            <a:satOff val="1947"/>
            <a:lumOff val="-3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207828"/>
              <a:satOff val="1947"/>
              <a:lumOff val="-3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354555" y="1335094"/>
        <a:ext cx="245052" cy="335276"/>
      </dsp:txXfrm>
    </dsp:sp>
    <dsp:sp modelId="{79EBA588-04F1-C542-B1B4-4238DF5D21FC}">
      <dsp:nvSpPr>
        <dsp:cNvPr id="0" name=""/>
        <dsp:cNvSpPr/>
      </dsp:nvSpPr>
      <dsp:spPr>
        <a:xfrm>
          <a:off x="7840454" y="2145186"/>
          <a:ext cx="445550" cy="44555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6415656"/>
            <a:satOff val="3893"/>
            <a:lumOff val="-6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6415656"/>
              <a:satOff val="3893"/>
              <a:lumOff val="-6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940703" y="2145186"/>
        <a:ext cx="245052" cy="3352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E96B2-2CD9-9A4B-8153-3A8117358F7B}">
      <dsp:nvSpPr>
        <dsp:cNvPr id="0" name=""/>
        <dsp:cNvSpPr/>
      </dsp:nvSpPr>
      <dsp:spPr>
        <a:xfrm>
          <a:off x="0" y="0"/>
          <a:ext cx="7104828" cy="6854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developer opens the Developer Portal.</a:t>
          </a:r>
        </a:p>
      </dsp:txBody>
      <dsp:txXfrm>
        <a:off x="20076" y="20076"/>
        <a:ext cx="6307239" cy="645310"/>
      </dsp:txXfrm>
    </dsp:sp>
    <dsp:sp modelId="{57959FC4-D303-4947-BA62-8CC4F2303E21}">
      <dsp:nvSpPr>
        <dsp:cNvPr id="0" name=""/>
        <dsp:cNvSpPr/>
      </dsp:nvSpPr>
      <dsp:spPr>
        <a:xfrm>
          <a:off x="595029" y="810092"/>
          <a:ext cx="7104828" cy="685462"/>
        </a:xfrm>
        <a:prstGeom prst="roundRect">
          <a:avLst>
            <a:gd name="adj" fmla="val 10000"/>
          </a:avLst>
        </a:prstGeom>
        <a:solidFill>
          <a:schemeClr val="accent2">
            <a:hueOff val="-5316146"/>
            <a:satOff val="5805"/>
            <a:lumOff val="-20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Uploads the file for each OS .</a:t>
          </a:r>
        </a:p>
      </dsp:txBody>
      <dsp:txXfrm>
        <a:off x="615105" y="830168"/>
        <a:ext cx="6024095" cy="645310"/>
      </dsp:txXfrm>
    </dsp:sp>
    <dsp:sp modelId="{34C5FD26-DA8E-C840-8F7E-75AE8A54B561}">
      <dsp:nvSpPr>
        <dsp:cNvPr id="0" name=""/>
        <dsp:cNvSpPr/>
      </dsp:nvSpPr>
      <dsp:spPr>
        <a:xfrm>
          <a:off x="1181177" y="1620184"/>
          <a:ext cx="7104828" cy="685462"/>
        </a:xfrm>
        <a:prstGeom prst="roundRect">
          <a:avLst>
            <a:gd name="adj" fmla="val 10000"/>
          </a:avLst>
        </a:prstGeom>
        <a:solidFill>
          <a:schemeClr val="accent2">
            <a:hueOff val="-10632293"/>
            <a:satOff val="11611"/>
            <a:lumOff val="-40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These files are then checked for malware using detection system.</a:t>
          </a:r>
        </a:p>
      </dsp:txBody>
      <dsp:txXfrm>
        <a:off x="1201253" y="1640260"/>
        <a:ext cx="6032976" cy="645310"/>
      </dsp:txXfrm>
    </dsp:sp>
    <dsp:sp modelId="{029866A6-DF0E-9E47-B23D-3C1386937A83}">
      <dsp:nvSpPr>
        <dsp:cNvPr id="0" name=""/>
        <dsp:cNvSpPr/>
      </dsp:nvSpPr>
      <dsp:spPr>
        <a:xfrm>
          <a:off x="1776206" y="2430277"/>
          <a:ext cx="7104828" cy="685462"/>
        </a:xfrm>
        <a:prstGeom prst="roundRect">
          <a:avLst>
            <a:gd name="adj" fmla="val 10000"/>
          </a:avLst>
        </a:prstGeom>
        <a:solidFill>
          <a:schemeClr val="accent2">
            <a:hueOff val="-15948439"/>
            <a:satOff val="17416"/>
            <a:lumOff val="-60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Once checked the app is available for the users.</a:t>
          </a:r>
        </a:p>
      </dsp:txBody>
      <dsp:txXfrm>
        <a:off x="1796282" y="2450353"/>
        <a:ext cx="6024095" cy="645310"/>
      </dsp:txXfrm>
    </dsp:sp>
    <dsp:sp modelId="{E010032D-C33B-CA49-B4F3-A32E80555E33}">
      <dsp:nvSpPr>
        <dsp:cNvPr id="0" name=""/>
        <dsp:cNvSpPr/>
      </dsp:nvSpPr>
      <dsp:spPr>
        <a:xfrm>
          <a:off x="6659277" y="525002"/>
          <a:ext cx="445550" cy="44555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759526" y="525002"/>
        <a:ext cx="245052" cy="335276"/>
      </dsp:txXfrm>
    </dsp:sp>
    <dsp:sp modelId="{38EDDA00-066A-A248-929B-DE93D75FA725}">
      <dsp:nvSpPr>
        <dsp:cNvPr id="0" name=""/>
        <dsp:cNvSpPr/>
      </dsp:nvSpPr>
      <dsp:spPr>
        <a:xfrm>
          <a:off x="7254306" y="1335094"/>
          <a:ext cx="445550" cy="44555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207828"/>
            <a:satOff val="1947"/>
            <a:lumOff val="-3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207828"/>
              <a:satOff val="1947"/>
              <a:lumOff val="-3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354555" y="1335094"/>
        <a:ext cx="245052" cy="335276"/>
      </dsp:txXfrm>
    </dsp:sp>
    <dsp:sp modelId="{79EBA588-04F1-C542-B1B4-4238DF5D21FC}">
      <dsp:nvSpPr>
        <dsp:cNvPr id="0" name=""/>
        <dsp:cNvSpPr/>
      </dsp:nvSpPr>
      <dsp:spPr>
        <a:xfrm>
          <a:off x="7840454" y="2145186"/>
          <a:ext cx="445550" cy="44555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6415656"/>
            <a:satOff val="3893"/>
            <a:lumOff val="-6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6415656"/>
              <a:satOff val="3893"/>
              <a:lumOff val="-6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940703" y="2145186"/>
        <a:ext cx="245052" cy="3352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25A74-21F2-C346-93EF-2E332EDDB079}">
      <dsp:nvSpPr>
        <dsp:cNvPr id="0" name=""/>
        <dsp:cNvSpPr/>
      </dsp:nvSpPr>
      <dsp:spPr>
        <a:xfrm>
          <a:off x="775" y="35586"/>
          <a:ext cx="3139624" cy="3767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125" tIns="0" rIns="310125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Users:</a:t>
          </a:r>
          <a:r>
            <a:rPr lang="en-US" sz="1900" kern="1200"/>
            <a:t> Want all apps on any device without barriers and the users who would like to use only one application to download on any store.</a:t>
          </a:r>
        </a:p>
      </dsp:txBody>
      <dsp:txXfrm>
        <a:off x="775" y="1542606"/>
        <a:ext cx="3139624" cy="2260529"/>
      </dsp:txXfrm>
    </dsp:sp>
    <dsp:sp modelId="{C073FFB2-E8AF-9548-9672-99D64D5E6967}">
      <dsp:nvSpPr>
        <dsp:cNvPr id="0" name=""/>
        <dsp:cNvSpPr/>
      </dsp:nvSpPr>
      <dsp:spPr>
        <a:xfrm>
          <a:off x="775" y="35586"/>
          <a:ext cx="3139624" cy="150701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125" tIns="165100" rIns="31012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75" y="35586"/>
        <a:ext cx="3139624" cy="1507019"/>
      </dsp:txXfrm>
    </dsp:sp>
    <dsp:sp modelId="{B6623AEA-3D5B-D147-B4E7-A5260F57DB01}">
      <dsp:nvSpPr>
        <dsp:cNvPr id="0" name=""/>
        <dsp:cNvSpPr/>
      </dsp:nvSpPr>
      <dsp:spPr>
        <a:xfrm>
          <a:off x="3391569" y="35586"/>
          <a:ext cx="3139624" cy="3767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125" tIns="0" rIns="310125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Developers:</a:t>
          </a:r>
          <a:r>
            <a:rPr lang="en-US" sz="1900" kern="1200" dirty="0"/>
            <a:t> Want a single store to distribute worldwide and reduce the distribution fee.</a:t>
          </a:r>
        </a:p>
      </dsp:txBody>
      <dsp:txXfrm>
        <a:off x="3391569" y="1542606"/>
        <a:ext cx="3139624" cy="2260529"/>
      </dsp:txXfrm>
    </dsp:sp>
    <dsp:sp modelId="{5B1A29DC-E647-034C-9230-8AD40F3A3849}">
      <dsp:nvSpPr>
        <dsp:cNvPr id="0" name=""/>
        <dsp:cNvSpPr/>
      </dsp:nvSpPr>
      <dsp:spPr>
        <a:xfrm>
          <a:off x="3391569" y="35586"/>
          <a:ext cx="3139624" cy="150701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125" tIns="165100" rIns="31012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391569" y="35586"/>
        <a:ext cx="3139624" cy="1507019"/>
      </dsp:txXfrm>
    </dsp:sp>
    <dsp:sp modelId="{17927F49-6DB3-5245-AC2B-415A64C4E586}">
      <dsp:nvSpPr>
        <dsp:cNvPr id="0" name=""/>
        <dsp:cNvSpPr/>
      </dsp:nvSpPr>
      <dsp:spPr>
        <a:xfrm>
          <a:off x="6782364" y="35586"/>
          <a:ext cx="3139624" cy="3767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125" tIns="0" rIns="310125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Businesses:</a:t>
          </a:r>
          <a:r>
            <a:rPr lang="en-US" sz="1900" kern="1200"/>
            <a:t> Want cross-platform deployment without IT headaches.</a:t>
          </a:r>
        </a:p>
      </dsp:txBody>
      <dsp:txXfrm>
        <a:off x="6782364" y="1542606"/>
        <a:ext cx="3139624" cy="2260529"/>
      </dsp:txXfrm>
    </dsp:sp>
    <dsp:sp modelId="{71B25A6D-4E1F-1740-8765-797C93420592}">
      <dsp:nvSpPr>
        <dsp:cNvPr id="0" name=""/>
        <dsp:cNvSpPr/>
      </dsp:nvSpPr>
      <dsp:spPr>
        <a:xfrm>
          <a:off x="6782364" y="35586"/>
          <a:ext cx="3139624" cy="150701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125" tIns="165100" rIns="31012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782364" y="35586"/>
        <a:ext cx="3139624" cy="15070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9F5C4-EFAC-4FED-9F95-E0508D498650}">
      <dsp:nvSpPr>
        <dsp:cNvPr id="0" name=""/>
        <dsp:cNvSpPr/>
      </dsp:nvSpPr>
      <dsp:spPr>
        <a:xfrm>
          <a:off x="0" y="468"/>
          <a:ext cx="9922764" cy="10965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28A0A-BC68-4518-BCF0-D7B0763764FA}">
      <dsp:nvSpPr>
        <dsp:cNvPr id="0" name=""/>
        <dsp:cNvSpPr/>
      </dsp:nvSpPr>
      <dsp:spPr>
        <a:xfrm>
          <a:off x="331694" y="247183"/>
          <a:ext cx="603080" cy="6030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BF1BF5-2B4E-4B40-AC47-E90E7595E616}">
      <dsp:nvSpPr>
        <dsp:cNvPr id="0" name=""/>
        <dsp:cNvSpPr/>
      </dsp:nvSpPr>
      <dsp:spPr>
        <a:xfrm>
          <a:off x="1266468" y="468"/>
          <a:ext cx="8656295" cy="1096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047" tIns="116047" rIns="116047" bIns="11604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Unlike Play Store, App Store, or Epic – </a:t>
          </a:r>
          <a:r>
            <a:rPr lang="en-US" sz="2500" b="1" kern="1200" dirty="0"/>
            <a:t>Spunvice is not OS-locked</a:t>
          </a:r>
          <a:r>
            <a:rPr lang="en-US" sz="2500" kern="1200" dirty="0"/>
            <a:t>.</a:t>
          </a:r>
        </a:p>
      </dsp:txBody>
      <dsp:txXfrm>
        <a:off x="1266468" y="468"/>
        <a:ext cx="8656295" cy="1096509"/>
      </dsp:txXfrm>
    </dsp:sp>
    <dsp:sp modelId="{E08B68EB-1FAA-4CCA-A5D1-DDBC52037393}">
      <dsp:nvSpPr>
        <dsp:cNvPr id="0" name=""/>
        <dsp:cNvSpPr/>
      </dsp:nvSpPr>
      <dsp:spPr>
        <a:xfrm>
          <a:off x="0" y="1371106"/>
          <a:ext cx="9922764" cy="10965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89ADA9-58AF-4A57-9D24-DDEA781D51C4}">
      <dsp:nvSpPr>
        <dsp:cNvPr id="0" name=""/>
        <dsp:cNvSpPr/>
      </dsp:nvSpPr>
      <dsp:spPr>
        <a:xfrm>
          <a:off x="331694" y="1617820"/>
          <a:ext cx="603080" cy="6030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446AE-29AF-43C0-BA2E-C2C0AE28FB07}">
      <dsp:nvSpPr>
        <dsp:cNvPr id="0" name=""/>
        <dsp:cNvSpPr/>
      </dsp:nvSpPr>
      <dsp:spPr>
        <a:xfrm>
          <a:off x="1266468" y="1371106"/>
          <a:ext cx="8656295" cy="1096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047" tIns="116047" rIns="116047" bIns="11604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Automated engine ensures zero manual setup.</a:t>
          </a:r>
        </a:p>
      </dsp:txBody>
      <dsp:txXfrm>
        <a:off x="1266468" y="1371106"/>
        <a:ext cx="8656295" cy="1096509"/>
      </dsp:txXfrm>
    </dsp:sp>
    <dsp:sp modelId="{33BFA417-7F5F-44FE-ABBA-627936C7BA82}">
      <dsp:nvSpPr>
        <dsp:cNvPr id="0" name=""/>
        <dsp:cNvSpPr/>
      </dsp:nvSpPr>
      <dsp:spPr>
        <a:xfrm>
          <a:off x="0" y="2741743"/>
          <a:ext cx="9922764" cy="10965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BC5AA-C2EA-4D9C-B21D-40810C88B433}">
      <dsp:nvSpPr>
        <dsp:cNvPr id="0" name=""/>
        <dsp:cNvSpPr/>
      </dsp:nvSpPr>
      <dsp:spPr>
        <a:xfrm>
          <a:off x="331694" y="2988458"/>
          <a:ext cx="603080" cy="6030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76765-1BA7-4582-B6D2-EAC1C9782402}">
      <dsp:nvSpPr>
        <dsp:cNvPr id="0" name=""/>
        <dsp:cNvSpPr/>
      </dsp:nvSpPr>
      <dsp:spPr>
        <a:xfrm>
          <a:off x="1266468" y="2741743"/>
          <a:ext cx="8656295" cy="1096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047" tIns="116047" rIns="116047" bIns="11604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Integrated developer dashboard for analytics, feedback, and monetization.</a:t>
          </a:r>
        </a:p>
      </dsp:txBody>
      <dsp:txXfrm>
        <a:off x="1266468" y="2741743"/>
        <a:ext cx="8656295" cy="10965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005891-4E66-8040-BC80-A8C37D88D753}">
      <dsp:nvSpPr>
        <dsp:cNvPr id="0" name=""/>
        <dsp:cNvSpPr/>
      </dsp:nvSpPr>
      <dsp:spPr>
        <a:xfrm>
          <a:off x="0" y="75668"/>
          <a:ext cx="5800912" cy="11056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Commission on sales</a:t>
          </a:r>
          <a:r>
            <a:rPr lang="en-US" sz="2700" kern="1200"/>
            <a:t> (competitive rate).</a:t>
          </a:r>
        </a:p>
      </dsp:txBody>
      <dsp:txXfrm>
        <a:off x="53973" y="129641"/>
        <a:ext cx="5692966" cy="997704"/>
      </dsp:txXfrm>
    </dsp:sp>
    <dsp:sp modelId="{0D7F6F86-691D-124A-B47E-D7AF9080CAA8}">
      <dsp:nvSpPr>
        <dsp:cNvPr id="0" name=""/>
        <dsp:cNvSpPr/>
      </dsp:nvSpPr>
      <dsp:spPr>
        <a:xfrm>
          <a:off x="0" y="1259078"/>
          <a:ext cx="5800912" cy="11056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Premium Developer Tools</a:t>
          </a:r>
          <a:r>
            <a:rPr lang="en-US" sz="2700" kern="1200"/>
            <a:t> subscription.</a:t>
          </a:r>
        </a:p>
      </dsp:txBody>
      <dsp:txXfrm>
        <a:off x="53973" y="1313051"/>
        <a:ext cx="5692966" cy="997704"/>
      </dsp:txXfrm>
    </dsp:sp>
    <dsp:sp modelId="{5813BA9B-6A8D-D141-ADBE-DB345A472232}">
      <dsp:nvSpPr>
        <dsp:cNvPr id="0" name=""/>
        <dsp:cNvSpPr/>
      </dsp:nvSpPr>
      <dsp:spPr>
        <a:xfrm>
          <a:off x="0" y="2442488"/>
          <a:ext cx="5800912" cy="11056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Featured App Promotions</a:t>
          </a:r>
          <a:r>
            <a:rPr lang="en-US" sz="2700" kern="1200"/>
            <a:t> inside the store.</a:t>
          </a:r>
        </a:p>
      </dsp:txBody>
      <dsp:txXfrm>
        <a:off x="53973" y="2496461"/>
        <a:ext cx="5692966" cy="997704"/>
      </dsp:txXfrm>
    </dsp:sp>
    <dsp:sp modelId="{F863741C-0480-2443-A9E2-389225101F0D}">
      <dsp:nvSpPr>
        <dsp:cNvPr id="0" name=""/>
        <dsp:cNvSpPr/>
      </dsp:nvSpPr>
      <dsp:spPr>
        <a:xfrm>
          <a:off x="0" y="3625898"/>
          <a:ext cx="5800912" cy="11056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Enterprise Licensing</a:t>
          </a:r>
          <a:r>
            <a:rPr lang="en-US" sz="2700" kern="1200"/>
            <a:t> for businesses.</a:t>
          </a:r>
        </a:p>
      </dsp:txBody>
      <dsp:txXfrm>
        <a:off x="53973" y="3679871"/>
        <a:ext cx="5692966" cy="9977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D9D77-4D78-40A2-846E-5A2AEAA8343F}">
      <dsp:nvSpPr>
        <dsp:cNvPr id="0" name=""/>
        <dsp:cNvSpPr/>
      </dsp:nvSpPr>
      <dsp:spPr>
        <a:xfrm>
          <a:off x="337917" y="109443"/>
          <a:ext cx="1056181" cy="10561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8B5642-A6E0-4482-868D-3CD8EC68B840}">
      <dsp:nvSpPr>
        <dsp:cNvPr id="0" name=""/>
        <dsp:cNvSpPr/>
      </dsp:nvSpPr>
      <dsp:spPr>
        <a:xfrm>
          <a:off x="563005" y="334531"/>
          <a:ext cx="606005" cy="606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3E1F9-E080-4161-AFB0-10709EE839FB}">
      <dsp:nvSpPr>
        <dsp:cNvPr id="0" name=""/>
        <dsp:cNvSpPr/>
      </dsp:nvSpPr>
      <dsp:spPr>
        <a:xfrm>
          <a:off x="285" y="149459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Programming Language:</a:t>
          </a:r>
          <a:r>
            <a:rPr lang="en-US" sz="1100" kern="1200" dirty="0"/>
            <a:t>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Java (Core Java, JavaFX)</a:t>
          </a:r>
        </a:p>
      </dsp:txBody>
      <dsp:txXfrm>
        <a:off x="285" y="1494599"/>
        <a:ext cx="1731445" cy="692578"/>
      </dsp:txXfrm>
    </dsp:sp>
    <dsp:sp modelId="{A54B18CA-051F-42CC-938F-1274C4766D25}">
      <dsp:nvSpPr>
        <dsp:cNvPr id="0" name=""/>
        <dsp:cNvSpPr/>
      </dsp:nvSpPr>
      <dsp:spPr>
        <a:xfrm>
          <a:off x="2372365" y="109443"/>
          <a:ext cx="1056181" cy="105618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6F0FA-988B-4586-9438-5C3ACFA094A6}">
      <dsp:nvSpPr>
        <dsp:cNvPr id="0" name=""/>
        <dsp:cNvSpPr/>
      </dsp:nvSpPr>
      <dsp:spPr>
        <a:xfrm>
          <a:off x="2597453" y="334531"/>
          <a:ext cx="606005" cy="606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D7A2E-2FFD-48B3-AFFE-B37E99AA80EC}">
      <dsp:nvSpPr>
        <dsp:cNvPr id="0" name=""/>
        <dsp:cNvSpPr/>
      </dsp:nvSpPr>
      <dsp:spPr>
        <a:xfrm>
          <a:off x="2034733" y="149459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Database: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 MySQL/PostgreSQL, AWS</a:t>
          </a:r>
        </a:p>
      </dsp:txBody>
      <dsp:txXfrm>
        <a:off x="2034733" y="1494599"/>
        <a:ext cx="1731445" cy="692578"/>
      </dsp:txXfrm>
    </dsp:sp>
    <dsp:sp modelId="{2C9B397E-B5A6-4543-AF0D-56E317232999}">
      <dsp:nvSpPr>
        <dsp:cNvPr id="0" name=""/>
        <dsp:cNvSpPr/>
      </dsp:nvSpPr>
      <dsp:spPr>
        <a:xfrm>
          <a:off x="4406813" y="109443"/>
          <a:ext cx="1056181" cy="105618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27CD4C-24AA-4C49-8060-C71DC564D651}">
      <dsp:nvSpPr>
        <dsp:cNvPr id="0" name=""/>
        <dsp:cNvSpPr/>
      </dsp:nvSpPr>
      <dsp:spPr>
        <a:xfrm>
          <a:off x="4631901" y="334531"/>
          <a:ext cx="606005" cy="606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7360E0-7130-41A8-9CDB-65ED9DEE3647}">
      <dsp:nvSpPr>
        <dsp:cNvPr id="0" name=""/>
        <dsp:cNvSpPr/>
      </dsp:nvSpPr>
      <dsp:spPr>
        <a:xfrm>
          <a:off x="4069182" y="1494599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Version Control: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 Git/GitHub</a:t>
          </a:r>
        </a:p>
      </dsp:txBody>
      <dsp:txXfrm>
        <a:off x="4069182" y="1494599"/>
        <a:ext cx="1731445" cy="692578"/>
      </dsp:txXfrm>
    </dsp:sp>
    <dsp:sp modelId="{3CFF8EEA-509A-44B0-819C-8C6FEB1C7529}">
      <dsp:nvSpPr>
        <dsp:cNvPr id="0" name=""/>
        <dsp:cNvSpPr/>
      </dsp:nvSpPr>
      <dsp:spPr>
        <a:xfrm>
          <a:off x="337917" y="2620039"/>
          <a:ext cx="1056181" cy="105618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E782B-E673-4422-B190-2C938822A0F7}">
      <dsp:nvSpPr>
        <dsp:cNvPr id="0" name=""/>
        <dsp:cNvSpPr/>
      </dsp:nvSpPr>
      <dsp:spPr>
        <a:xfrm>
          <a:off x="563005" y="2845127"/>
          <a:ext cx="606005" cy="6060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7ECDB-EE2C-4F63-BCA8-7A35F33A053C}">
      <dsp:nvSpPr>
        <dsp:cNvPr id="0" name=""/>
        <dsp:cNvSpPr/>
      </dsp:nvSpPr>
      <dsp:spPr>
        <a:xfrm>
          <a:off x="285" y="4005195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Build Tool: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 Maven/Gradle</a:t>
          </a:r>
        </a:p>
      </dsp:txBody>
      <dsp:txXfrm>
        <a:off x="285" y="4005195"/>
        <a:ext cx="1731445" cy="692578"/>
      </dsp:txXfrm>
    </dsp:sp>
    <dsp:sp modelId="{6BA380C1-DC82-44ED-908B-37AA1BEEAE4D}">
      <dsp:nvSpPr>
        <dsp:cNvPr id="0" name=""/>
        <dsp:cNvSpPr/>
      </dsp:nvSpPr>
      <dsp:spPr>
        <a:xfrm>
          <a:off x="2372365" y="2620039"/>
          <a:ext cx="1056181" cy="105618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139983-971D-4AFA-845D-827D7627DE17}">
      <dsp:nvSpPr>
        <dsp:cNvPr id="0" name=""/>
        <dsp:cNvSpPr/>
      </dsp:nvSpPr>
      <dsp:spPr>
        <a:xfrm>
          <a:off x="2597453" y="2845127"/>
          <a:ext cx="606005" cy="6060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1252B-D055-4C48-B9F6-0885FB505551}">
      <dsp:nvSpPr>
        <dsp:cNvPr id="0" name=""/>
        <dsp:cNvSpPr/>
      </dsp:nvSpPr>
      <dsp:spPr>
        <a:xfrm>
          <a:off x="2034733" y="4005195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Security:</a:t>
          </a:r>
          <a:r>
            <a:rPr lang="en-US" sz="1100" kern="1200" dirty="0"/>
            <a:t>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Java Cryptography API (JCA)</a:t>
          </a:r>
        </a:p>
      </dsp:txBody>
      <dsp:txXfrm>
        <a:off x="2034733" y="4005195"/>
        <a:ext cx="1731445" cy="692578"/>
      </dsp:txXfrm>
    </dsp:sp>
    <dsp:sp modelId="{27A1AFCE-1894-4042-A926-B9082E21CADF}">
      <dsp:nvSpPr>
        <dsp:cNvPr id="0" name=""/>
        <dsp:cNvSpPr/>
      </dsp:nvSpPr>
      <dsp:spPr>
        <a:xfrm>
          <a:off x="4406813" y="2620039"/>
          <a:ext cx="1056181" cy="10561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FC36DA-B25F-4DB3-95C3-5FE528B328DE}">
      <dsp:nvSpPr>
        <dsp:cNvPr id="0" name=""/>
        <dsp:cNvSpPr/>
      </dsp:nvSpPr>
      <dsp:spPr>
        <a:xfrm>
          <a:off x="4631901" y="2845127"/>
          <a:ext cx="606005" cy="60600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B80CB-6AD5-4BFC-AEA0-D84403034B89}">
      <dsp:nvSpPr>
        <dsp:cNvPr id="0" name=""/>
        <dsp:cNvSpPr/>
      </dsp:nvSpPr>
      <dsp:spPr>
        <a:xfrm>
          <a:off x="4069182" y="4005195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UI/UX Design: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Figma</a:t>
          </a:r>
        </a:p>
      </dsp:txBody>
      <dsp:txXfrm>
        <a:off x="4069182" y="4005195"/>
        <a:ext cx="1731445" cy="69257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06BEF-A53C-AD4D-B1B5-4B1248308746}">
      <dsp:nvSpPr>
        <dsp:cNvPr id="0" name=""/>
        <dsp:cNvSpPr/>
      </dsp:nvSpPr>
      <dsp:spPr>
        <a:xfrm>
          <a:off x="0" y="562"/>
          <a:ext cx="620784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16C9C-7CF7-8542-9E4D-84AC01B943F4}">
      <dsp:nvSpPr>
        <dsp:cNvPr id="0" name=""/>
        <dsp:cNvSpPr/>
      </dsp:nvSpPr>
      <dsp:spPr>
        <a:xfrm>
          <a:off x="0" y="562"/>
          <a:ext cx="6207841" cy="920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Schildt, Herbert. </a:t>
          </a:r>
          <a:r>
            <a:rPr lang="en-US" sz="1800" i="1" kern="1200"/>
            <a:t>Java: The Complete Reference, 12th Edition</a:t>
          </a:r>
          <a:r>
            <a:rPr lang="en-US" sz="1800" kern="1200"/>
            <a:t>. McGraw Hill Education, 2021.</a:t>
          </a:r>
        </a:p>
      </dsp:txBody>
      <dsp:txXfrm>
        <a:off x="0" y="562"/>
        <a:ext cx="6207841" cy="920706"/>
      </dsp:txXfrm>
    </dsp:sp>
    <dsp:sp modelId="{9DD95D85-72AA-894D-98A0-4ECEC57F063B}">
      <dsp:nvSpPr>
        <dsp:cNvPr id="0" name=""/>
        <dsp:cNvSpPr/>
      </dsp:nvSpPr>
      <dsp:spPr>
        <a:xfrm>
          <a:off x="0" y="921268"/>
          <a:ext cx="620784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C99F4-43B3-F34F-BF5C-1D0A12A2C916}">
      <dsp:nvSpPr>
        <dsp:cNvPr id="0" name=""/>
        <dsp:cNvSpPr/>
      </dsp:nvSpPr>
      <dsp:spPr>
        <a:xfrm>
          <a:off x="0" y="921268"/>
          <a:ext cx="6207841" cy="920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Bloch, Joshua. </a:t>
          </a:r>
          <a:r>
            <a:rPr lang="en-US" sz="1800" i="1" kern="1200"/>
            <a:t>Effective Java, 3rd Edition</a:t>
          </a:r>
          <a:r>
            <a:rPr lang="en-US" sz="1800" kern="1200"/>
            <a:t>. Addison-Wesley, 2018.</a:t>
          </a:r>
        </a:p>
      </dsp:txBody>
      <dsp:txXfrm>
        <a:off x="0" y="921268"/>
        <a:ext cx="6207841" cy="920706"/>
      </dsp:txXfrm>
    </dsp:sp>
    <dsp:sp modelId="{8A35A223-2057-7844-AD5C-689925A84D5E}">
      <dsp:nvSpPr>
        <dsp:cNvPr id="0" name=""/>
        <dsp:cNvSpPr/>
      </dsp:nvSpPr>
      <dsp:spPr>
        <a:xfrm>
          <a:off x="0" y="1841975"/>
          <a:ext cx="620784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28057-56A4-F34A-9168-E02CE2424F43}">
      <dsp:nvSpPr>
        <dsp:cNvPr id="0" name=""/>
        <dsp:cNvSpPr/>
      </dsp:nvSpPr>
      <dsp:spPr>
        <a:xfrm>
          <a:off x="0" y="1841975"/>
          <a:ext cx="6207841" cy="920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Elmasri, Ramez, and Navathe, Shamkant B. </a:t>
          </a:r>
          <a:r>
            <a:rPr lang="en-US" sz="1800" i="1" kern="1200"/>
            <a:t>Fundamentals of Database Systems, 7th Edition</a:t>
          </a:r>
          <a:r>
            <a:rPr lang="en-US" sz="1800" kern="1200"/>
            <a:t>. Pearson, 2016.</a:t>
          </a:r>
        </a:p>
      </dsp:txBody>
      <dsp:txXfrm>
        <a:off x="0" y="1841975"/>
        <a:ext cx="6207841" cy="920706"/>
      </dsp:txXfrm>
    </dsp:sp>
    <dsp:sp modelId="{5DC23739-7A95-524E-BF94-30A9B3FC66B7}">
      <dsp:nvSpPr>
        <dsp:cNvPr id="0" name=""/>
        <dsp:cNvSpPr/>
      </dsp:nvSpPr>
      <dsp:spPr>
        <a:xfrm>
          <a:off x="0" y="2762681"/>
          <a:ext cx="620784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76C578-8483-DA44-A482-EFF5AC0A45A0}">
      <dsp:nvSpPr>
        <dsp:cNvPr id="0" name=""/>
        <dsp:cNvSpPr/>
      </dsp:nvSpPr>
      <dsp:spPr>
        <a:xfrm>
          <a:off x="0" y="2762681"/>
          <a:ext cx="6207841" cy="920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Oracle. </a:t>
          </a:r>
          <a:r>
            <a:rPr lang="en-US" sz="1800" i="1" kern="1200"/>
            <a:t>Java Platform, Standard Edition Documentation</a:t>
          </a:r>
          <a:r>
            <a:rPr lang="en-US" sz="1800" kern="1200"/>
            <a:t>. Available at: </a:t>
          </a:r>
          <a:r>
            <a:rPr lang="en-US" sz="1800" kern="1200">
              <a:hlinkClick xmlns:r="http://schemas.openxmlformats.org/officeDocument/2006/relationships" r:id="rId1"/>
            </a:rPr>
            <a:t>https://docs.oracle.com/javase/</a:t>
          </a:r>
          <a:endParaRPr lang="en-US" sz="1800" kern="1200"/>
        </a:p>
      </dsp:txBody>
      <dsp:txXfrm>
        <a:off x="0" y="2762681"/>
        <a:ext cx="6207841" cy="920706"/>
      </dsp:txXfrm>
    </dsp:sp>
    <dsp:sp modelId="{251E3488-7CA7-3C40-8701-93B942673C16}">
      <dsp:nvSpPr>
        <dsp:cNvPr id="0" name=""/>
        <dsp:cNvSpPr/>
      </dsp:nvSpPr>
      <dsp:spPr>
        <a:xfrm>
          <a:off x="0" y="3683388"/>
          <a:ext cx="620784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976AA-8FF5-3349-9427-1DE226746012}">
      <dsp:nvSpPr>
        <dsp:cNvPr id="0" name=""/>
        <dsp:cNvSpPr/>
      </dsp:nvSpPr>
      <dsp:spPr>
        <a:xfrm>
          <a:off x="0" y="3683388"/>
          <a:ext cx="6207841" cy="920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MySQL. </a:t>
          </a:r>
          <a:r>
            <a:rPr lang="en-US" sz="1800" i="1" kern="1200"/>
            <a:t>MySQL 8.0 Reference Manual</a:t>
          </a:r>
          <a:r>
            <a:rPr lang="en-US" sz="1800" kern="1200"/>
            <a:t>. Available at: </a:t>
          </a:r>
          <a:r>
            <a:rPr lang="en-US" sz="1800" kern="1200">
              <a:hlinkClick xmlns:r="http://schemas.openxmlformats.org/officeDocument/2006/relationships" r:id="rId2"/>
            </a:rPr>
            <a:t>https://dev.mysql.com/doc/</a:t>
          </a:r>
          <a:endParaRPr lang="en-US" sz="1800" kern="1200"/>
        </a:p>
      </dsp:txBody>
      <dsp:txXfrm>
        <a:off x="0" y="3683388"/>
        <a:ext cx="6207841" cy="920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67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2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3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9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27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64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15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6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0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62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48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6187D8-B32D-4D1A-8C48-A15933DDC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avy 3D art">
            <a:extLst>
              <a:ext uri="{FF2B5EF4-FFF2-40B4-BE49-F238E27FC236}">
                <a16:creationId xmlns:a16="http://schemas.microsoft.com/office/drawing/2014/main" id="{D27A8427-BD56-C6D0-E2F5-20153C475A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450" b="6969"/>
          <a:stretch>
            <a:fillRect/>
          </a:stretch>
        </p:blipFill>
        <p:spPr>
          <a:xfrm>
            <a:off x="21" y="97654"/>
            <a:ext cx="1219197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019BB32-A409-4C93-9090-8BDDC45E5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13381-92AA-FEB8-EE3B-71F92A531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314" y="1088571"/>
            <a:ext cx="9958356" cy="2050908"/>
          </a:xfrm>
        </p:spPr>
        <p:txBody>
          <a:bodyPr anchor="t">
            <a:normAutofit/>
          </a:bodyPr>
          <a:lstStyle/>
          <a:p>
            <a:r>
              <a:rPr lang="en-US" sz="7200" dirty="0"/>
              <a:t>Spunvice</a:t>
            </a:r>
            <a:br>
              <a:rPr lang="en-US" sz="4000" dirty="0"/>
            </a:br>
            <a:r>
              <a:rPr lang="en-US" sz="3200" dirty="0">
                <a:solidFill>
                  <a:srgbClr val="FFFFFF"/>
                </a:solidFill>
              </a:rPr>
              <a:t>A Cross Platform App Store</a:t>
            </a:r>
            <a:endParaRPr lang="en-US" sz="40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97558"/>
            <a:ext cx="804195" cy="0"/>
          </a:xfrm>
          <a:prstGeom prst="line">
            <a:avLst/>
          </a:prstGeom>
          <a:ln w="857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4ED70DB-1943-4E5C-A1B6-D49DFE440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77195"/>
            <a:ext cx="12192000" cy="2180805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4EB12-B0BE-32B2-19E9-4968CEAE4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166" y="4677194"/>
            <a:ext cx="4082817" cy="1263046"/>
          </a:xfrm>
        </p:spPr>
        <p:txBody>
          <a:bodyPr anchor="b">
            <a:normAutofit/>
          </a:bodyPr>
          <a:lstStyle/>
          <a:p>
            <a:pPr algn="r"/>
            <a:r>
              <a:rPr lang="en-US" sz="1600" dirty="0">
                <a:solidFill>
                  <a:srgbClr val="FFFFFF"/>
                </a:solidFill>
                <a:cs typeface="Al Bayan Plain" pitchFamily="2" charset="-78"/>
              </a:rPr>
              <a:t>Rishabh Sanghai – RA2411003010293</a:t>
            </a:r>
          </a:p>
          <a:p>
            <a:pPr algn="r"/>
            <a:r>
              <a:rPr lang="en-US" sz="1600" dirty="0">
                <a:solidFill>
                  <a:srgbClr val="FFFFFF"/>
                </a:solidFill>
                <a:cs typeface="Al Bayan Plain" pitchFamily="2" charset="-78"/>
              </a:rPr>
              <a:t>Anril Joe Andrews – RA2411003010302</a:t>
            </a:r>
          </a:p>
          <a:p>
            <a:pPr algn="r"/>
            <a:r>
              <a:rPr lang="en-US" sz="1600" dirty="0">
                <a:solidFill>
                  <a:srgbClr val="FFFFFF"/>
                </a:solidFill>
                <a:cs typeface="Al Bayan Plain" pitchFamily="2" charset="-78"/>
              </a:rPr>
              <a:t>Aaditya Chaturvedy – RA2411003010305</a:t>
            </a:r>
          </a:p>
        </p:txBody>
      </p:sp>
    </p:spTree>
    <p:extLst>
      <p:ext uri="{BB962C8B-B14F-4D97-AF65-F5344CB8AC3E}">
        <p14:creationId xmlns:p14="http://schemas.microsoft.com/office/powerpoint/2010/main" val="3873900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27BDC9-FB18-487D-844E-9A6B39F8C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C1AA8-33DF-C558-9C83-3157DC0A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2235211"/>
            <a:ext cx="3807714" cy="619502"/>
          </a:xfrm>
        </p:spPr>
        <p:txBody>
          <a:bodyPr anchor="t"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BE18DF-459C-485A-834C-292AA6BB1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7495" y="2337622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7D76F3C-D16F-8056-CC82-A2C36B8F9E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311112"/>
              </p:ext>
            </p:extLst>
          </p:nvPr>
        </p:nvGraphicFramePr>
        <p:xfrm>
          <a:off x="5524500" y="571500"/>
          <a:ext cx="6096000" cy="5714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783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12145F0-5149-412D-9A3F-1E3051B3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04F54-EDB8-3EF8-107C-FA81220E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79"/>
            <a:ext cx="10529560" cy="1225587"/>
          </a:xfrm>
        </p:spPr>
        <p:txBody>
          <a:bodyPr>
            <a:normAutofit/>
          </a:bodyPr>
          <a:lstStyle/>
          <a:p>
            <a:r>
              <a:rPr lang="en-US" sz="4000"/>
              <a:t> Objectives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5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95E281-F20C-6F48-1936-14D553092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684" y="2455816"/>
            <a:ext cx="5188110" cy="3830683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700"/>
              <a:t>Develop a </a:t>
            </a:r>
            <a:r>
              <a:rPr lang="en-US" sz="1700" b="1"/>
              <a:t>unified application store</a:t>
            </a:r>
            <a:r>
              <a:rPr lang="en-US" sz="1700"/>
              <a:t> accessible from multiple OS.</a:t>
            </a:r>
          </a:p>
          <a:p>
            <a:pPr>
              <a:lnSpc>
                <a:spcPct val="120000"/>
              </a:lnSpc>
            </a:pPr>
            <a:r>
              <a:rPr lang="en-US" sz="1700"/>
              <a:t>Implement </a:t>
            </a:r>
            <a:r>
              <a:rPr lang="en-US" sz="1700" b="1"/>
              <a:t>Java-based backend and frontend</a:t>
            </a:r>
            <a:r>
              <a:rPr lang="en-US" sz="1700"/>
              <a:t> for portability.</a:t>
            </a:r>
          </a:p>
          <a:p>
            <a:pPr>
              <a:lnSpc>
                <a:spcPct val="120000"/>
              </a:lnSpc>
            </a:pPr>
            <a:r>
              <a:rPr lang="en-US" sz="1700"/>
              <a:t>Provide a </a:t>
            </a:r>
            <a:r>
              <a:rPr lang="en-US" sz="1700" b="1"/>
              <a:t>secure and user-friendly</a:t>
            </a:r>
            <a:r>
              <a:rPr lang="en-US" sz="1700"/>
              <a:t> interface.</a:t>
            </a:r>
          </a:p>
          <a:p>
            <a:pPr>
              <a:lnSpc>
                <a:spcPct val="120000"/>
              </a:lnSpc>
            </a:pPr>
            <a:r>
              <a:rPr lang="en-US" sz="1700"/>
              <a:t>Create a </a:t>
            </a:r>
            <a:r>
              <a:rPr lang="en-US" sz="1700" b="1"/>
              <a:t>developer portal</a:t>
            </a:r>
            <a:r>
              <a:rPr lang="en-US" sz="1700"/>
              <a:t> for easy app submission.</a:t>
            </a:r>
          </a:p>
          <a:p>
            <a:pPr>
              <a:lnSpc>
                <a:spcPct val="120000"/>
              </a:lnSpc>
            </a:pPr>
            <a:r>
              <a:rPr lang="en-US" sz="1700"/>
              <a:t>Each device has it’s own interface that is suitable for it’s scaling to make it easier for navigation and use.</a:t>
            </a:r>
          </a:p>
        </p:txBody>
      </p:sp>
      <p:pic>
        <p:nvPicPr>
          <p:cNvPr id="17" name="Graphic 16" descr="Server">
            <a:extLst>
              <a:ext uri="{FF2B5EF4-FFF2-40B4-BE49-F238E27FC236}">
                <a16:creationId xmlns:a16="http://schemas.microsoft.com/office/drawing/2014/main" id="{0EFC86F9-00A9-49AD-5FCE-600A0B68F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8674" y="2455816"/>
            <a:ext cx="3830684" cy="383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38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1807EA-F70D-41DE-A07B-209FD5918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611D7-9C7C-1519-D25B-691F797A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1294" y="1090245"/>
            <a:ext cx="6378797" cy="1563308"/>
          </a:xfrm>
        </p:spPr>
        <p:txBody>
          <a:bodyPr>
            <a:normAutofit/>
          </a:bodyPr>
          <a:lstStyle/>
          <a:p>
            <a:pPr algn="r"/>
            <a:r>
              <a:rPr lang="en-US" sz="4000"/>
              <a:t>How It Works {User Side}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D3BDB7-6E9F-439D-9E83-9D7F1971D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87805" y="1184168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1F05AF-1DD3-5288-DA8A-F03B44825C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252097"/>
              </p:ext>
            </p:extLst>
          </p:nvPr>
        </p:nvGraphicFramePr>
        <p:xfrm>
          <a:off x="1655482" y="2593789"/>
          <a:ext cx="8881035" cy="3115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909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79661-6CAB-3877-733F-BB74C2165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BD537-A21B-B7E6-37C5-BB9A4F820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CAD32-D698-C0C7-CC67-8A5C7E49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162" y="1090245"/>
            <a:ext cx="7758930" cy="1563308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How It Works {Developer Side}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010F07-791E-C472-71F1-BFF140CF9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87805" y="1184168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D1888E-083C-EE5E-2E16-EF2D4EFD88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3465217"/>
              </p:ext>
            </p:extLst>
          </p:nvPr>
        </p:nvGraphicFramePr>
        <p:xfrm>
          <a:off x="1655482" y="2593789"/>
          <a:ext cx="8881035" cy="3115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852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4C71-B3EE-C471-3D18-190C73789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Target Audience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7C531F8A-FEA9-E1F0-6D14-C2A4CB481F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2633378"/>
              </p:ext>
            </p:extLst>
          </p:nvPr>
        </p:nvGraphicFramePr>
        <p:xfrm>
          <a:off x="1088136" y="2447778"/>
          <a:ext cx="9922764" cy="3838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411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7DC3C-78DB-AD1E-3EA0-3A9ABCBD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Competitive Advantage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65E89C-0C7B-76AF-ED9C-1542FD766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407532"/>
              </p:ext>
            </p:extLst>
          </p:nvPr>
        </p:nvGraphicFramePr>
        <p:xfrm>
          <a:off x="1088136" y="2447778"/>
          <a:ext cx="9922764" cy="3838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7017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AA6A2E0-18A1-4B22-8F61-5E162B674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71590-6C07-4484-EB2E-E700FF1D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4"/>
            <a:ext cx="3763693" cy="2338756"/>
          </a:xfrm>
        </p:spPr>
        <p:txBody>
          <a:bodyPr anchor="t">
            <a:normAutofit/>
          </a:bodyPr>
          <a:lstStyle/>
          <a:p>
            <a:r>
              <a:rPr lang="en-US" sz="4000"/>
              <a:t>Monetization Model</a:t>
            </a:r>
            <a:br>
              <a:rPr lang="en-US" sz="4000"/>
            </a:br>
            <a:endParaRPr lang="en-US" sz="40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5909CB-6CD3-45DF-9920-8D8182485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7244"/>
            <a:ext cx="804195" cy="0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12290F-308C-DF49-69C3-FACF51D4C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6979495"/>
              </p:ext>
            </p:extLst>
          </p:nvPr>
        </p:nvGraphicFramePr>
        <p:xfrm>
          <a:off x="5524499" y="1006573"/>
          <a:ext cx="5800913" cy="4807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516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AA6A2E0-18A1-4B22-8F61-5E162B674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4FD10-98D5-55A0-6462-D090D8D0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4"/>
            <a:ext cx="3763693" cy="2338756"/>
          </a:xfrm>
        </p:spPr>
        <p:txBody>
          <a:bodyPr anchor="t">
            <a:normAutofit/>
          </a:bodyPr>
          <a:lstStyle/>
          <a:p>
            <a:r>
              <a:rPr lang="en-US" sz="4000"/>
              <a:t>Tech 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5909CB-6CD3-45DF-9920-8D8182485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7244"/>
            <a:ext cx="804195" cy="0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EB251B6-E2F6-D6B6-1197-EB40A0771F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1176910"/>
              </p:ext>
            </p:extLst>
          </p:nvPr>
        </p:nvGraphicFramePr>
        <p:xfrm>
          <a:off x="5524499" y="1006573"/>
          <a:ext cx="5800913" cy="4807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3846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8C38AB-00B3-4611-B51A-458666907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194B4-BF6B-E26D-2988-C9152C74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304" y="4504002"/>
            <a:ext cx="3784496" cy="1790886"/>
          </a:xfrm>
        </p:spPr>
        <p:txBody>
          <a:bodyPr anchor="t">
            <a:normAutofit/>
          </a:bodyPr>
          <a:lstStyle/>
          <a:p>
            <a:r>
              <a:rPr lang="en-US" sz="4000"/>
              <a:t>Bibliography &amp; References</a:t>
            </a:r>
            <a:br>
              <a:rPr lang="en-US" sz="4000"/>
            </a:br>
            <a:endParaRPr lang="en-US" sz="4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5909CB-6CD3-45DF-9920-8D8182485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607234"/>
            <a:ext cx="804195" cy="0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E23473C-30B4-9260-79D9-D84277FD2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6437918"/>
              </p:ext>
            </p:extLst>
          </p:nvPr>
        </p:nvGraphicFramePr>
        <p:xfrm>
          <a:off x="5412658" y="1110343"/>
          <a:ext cx="6207841" cy="4604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7909259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Bjorn">
      <a:dk1>
        <a:sysClr val="windowText" lastClr="000000"/>
      </a:dk1>
      <a:lt1>
        <a:sysClr val="window" lastClr="FFFFFF"/>
      </a:lt1>
      <a:dk2>
        <a:srgbClr val="252747"/>
      </a:dk2>
      <a:lt2>
        <a:srgbClr val="ECE4E9"/>
      </a:lt2>
      <a:accent1>
        <a:srgbClr val="736EB6"/>
      </a:accent1>
      <a:accent2>
        <a:srgbClr val="AB5991"/>
      </a:accent2>
      <a:accent3>
        <a:srgbClr val="AC9F39"/>
      </a:accent3>
      <a:accent4>
        <a:srgbClr val="756029"/>
      </a:accent4>
      <a:accent5>
        <a:srgbClr val="E87850"/>
      </a:accent5>
      <a:accent6>
        <a:srgbClr val="C6922A"/>
      </a:accent6>
      <a:hlink>
        <a:srgbClr val="736EB6"/>
      </a:hlink>
      <a:folHlink>
        <a:srgbClr val="AB59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456</Words>
  <Application>Microsoft Macintosh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 Bayan Plain</vt:lpstr>
      <vt:lpstr>Arial</vt:lpstr>
      <vt:lpstr>Neue Haas Grotesk Text Pro</vt:lpstr>
      <vt:lpstr>BjornVTI</vt:lpstr>
      <vt:lpstr>Spunvice A Cross Platform App Store</vt:lpstr>
      <vt:lpstr>Introduction</vt:lpstr>
      <vt:lpstr> Objectives</vt:lpstr>
      <vt:lpstr>How It Works {User Side}</vt:lpstr>
      <vt:lpstr>How It Works {Developer Side}</vt:lpstr>
      <vt:lpstr>Target Audience</vt:lpstr>
      <vt:lpstr>Competitive Advantage</vt:lpstr>
      <vt:lpstr>Monetization Model </vt:lpstr>
      <vt:lpstr>Tech Stack</vt:lpstr>
      <vt:lpstr>Bibliography &amp; 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AADITYA CHATURVEDY (RA2411003010305)</dc:creator>
  <cp:lastModifiedBy>AADITYA CHATURVEDY (RA2411003010305)</cp:lastModifiedBy>
  <cp:revision>5</cp:revision>
  <dcterms:created xsi:type="dcterms:W3CDTF">2025-08-14T07:59:15Z</dcterms:created>
  <dcterms:modified xsi:type="dcterms:W3CDTF">2025-08-22T08:53:33Z</dcterms:modified>
</cp:coreProperties>
</file>